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4"/>
    <p:sldMasterId id="2147483671" r:id="rId5"/>
  </p:sldMasterIdLst>
  <p:notesMasterIdLst>
    <p:notesMasterId r:id="rId20"/>
  </p:notesMasterIdLst>
  <p:handoutMasterIdLst>
    <p:handoutMasterId r:id="rId21"/>
  </p:handoutMasterIdLst>
  <p:sldIdLst>
    <p:sldId id="256" r:id="rId6"/>
    <p:sldId id="322" r:id="rId7"/>
    <p:sldId id="258" r:id="rId8"/>
    <p:sldId id="259" r:id="rId9"/>
    <p:sldId id="1400" r:id="rId10"/>
    <p:sldId id="1422" r:id="rId11"/>
    <p:sldId id="1420" r:id="rId12"/>
    <p:sldId id="1421" r:id="rId13"/>
    <p:sldId id="1417" r:id="rId14"/>
    <p:sldId id="1418" r:id="rId15"/>
    <p:sldId id="1419" r:id="rId16"/>
    <p:sldId id="1403" r:id="rId17"/>
    <p:sldId id="1408" r:id="rId18"/>
    <p:sldId id="313" r:id="rId19"/>
  </p:sldIdLst>
  <p:sldSz cx="12192000" cy="6858000"/>
  <p:notesSz cx="6858000" cy="9144000"/>
  <p:defaultTextStyle>
    <a:defPPr>
      <a:defRPr lang="en-L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9029CA70-A6FF-43D2-B90C-12B87533A654}">
          <p14:sldIdLst>
            <p14:sldId id="256"/>
            <p14:sldId id="322"/>
            <p14:sldId id="258"/>
            <p14:sldId id="259"/>
            <p14:sldId id="1400"/>
            <p14:sldId id="1422"/>
            <p14:sldId id="1420"/>
            <p14:sldId id="1421"/>
            <p14:sldId id="1417"/>
            <p14:sldId id="1418"/>
            <p14:sldId id="1419"/>
            <p14:sldId id="1403"/>
            <p14:sldId id="1408"/>
            <p14:sldId id="31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37C15D0B-267D-2AF1-E88F-EC2792AFA8F0}" name="Alba Colomer Padrosa" initials="ACP" userId="S::acolomer@emeal.nttdata.com::24701b79-64c8-45ea-9d2a-51b2814d80e7" providerId="AD"/>
  <p188:author id="{B93F3A0C-E1B6-B212-DE15-A325FF65E94C}" name="Srdjan Krasic" initials="SK" userId="S::srkrasic@emeal.nttdata.com::18b2051c-014a-401a-9551-b5b12e17760c" providerId="AD"/>
  <p188:author id="{E92D5642-6D9A-214D-1731-0810836DEF70}" name="Srdjan Krasic" initials="SK" userId="S::srdjan.krasic.sa_everis.com#ext#@eceuropaeu.onmicrosoft.com::54b532c3-334d-4bc7-b6c3-80d8571d0a65" providerId="AD"/>
  <p188:author id="{7D52074D-D6AB-6721-6E68-268BAEC84D1A}" name="ARILLO ARANDA Paloma (OP)" initials="A(" userId="S::paloma.arillo-aranda@publications.europa.eu::5aac095e-000b-4e56-a478-19e81d922c1e" providerId="AD"/>
  <p188:author id="{29EEE076-A049-7B60-8272-EE81C59AEDD1}" name="ARILLO ARANDA Paloma (OP)" initials="AAP(" userId="S::Paloma.ARILLO-ARANDA@publications.europa.eu::5aac095e-000b-4e56-a478-19e81d922c1e" providerId="AD"/>
  <p188:author id="{BC75999F-3C62-C1B4-BDAE-6E1EB19C93B5}" name="YFANTI Sevasti (OP-EXT)" initials="Y(" userId="S::sevasti.yfanti@ext.ec.europa.eu::7c42bec1-26c8-4f31-ac03-7337768c55f5" providerId="AD"/>
  <p188:author id="{26CBF9B0-E13E-6B17-CC93-9F37A0A71FE5}" name="Alba Colomer Padrosa" initials="ACP" userId="S::acolomer@everis.com::24701b79-64c8-45ea-9d2a-51b2814d80e7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RILLO ARANDA Paloma (OP)" initials="AAP(" lastIdx="3" clrIdx="0">
    <p:extLst>
      <p:ext uri="{19B8F6BF-5375-455C-9EA6-DF929625EA0E}">
        <p15:presenceInfo xmlns:p15="http://schemas.microsoft.com/office/powerpoint/2012/main" userId="S-1-5-21-1606980848-2025429265-839522115-1243755" providerId="AD"/>
      </p:ext>
    </p:extLst>
  </p:cmAuthor>
  <p:cmAuthor id="2" name="MURIC Natalie (OP)" initials="MN(" lastIdx="3" clrIdx="1">
    <p:extLst>
      <p:ext uri="{19B8F6BF-5375-455C-9EA6-DF929625EA0E}">
        <p15:presenceInfo xmlns:p15="http://schemas.microsoft.com/office/powerpoint/2012/main" userId="S-1-5-21-1606980848-2025429265-839522115-1247708" providerId="AD"/>
      </p:ext>
    </p:extLst>
  </p:cmAuthor>
  <p:cmAuthor id="3" name="Alba Colomer Padrosa" initials="ACP" lastIdx="7" clrIdx="2">
    <p:extLst>
      <p:ext uri="{19B8F6BF-5375-455C-9EA6-DF929625EA0E}">
        <p15:presenceInfo xmlns:p15="http://schemas.microsoft.com/office/powerpoint/2012/main" userId="S::acolomer@everis.com::24701b79-64c8-45ea-9d2a-51b2814d80e7" providerId="AD"/>
      </p:ext>
    </p:extLst>
  </p:cmAuthor>
  <p:cmAuthor id="4" name="Héctor Rico" initials="Everis" lastIdx="2" clrIdx="3">
    <p:extLst>
      <p:ext uri="{19B8F6BF-5375-455C-9EA6-DF929625EA0E}">
        <p15:presenceInfo xmlns:p15="http://schemas.microsoft.com/office/powerpoint/2012/main" userId="Héctor Rico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569847"/>
    <a:srgbClr val="339900"/>
    <a:srgbClr val="174489"/>
    <a:srgbClr val="CDDECB"/>
    <a:srgbClr val="E8EFE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45533B7-82D8-44B4-B351-5E1B6512ABBD}" v="105" dt="2026-06-09T09:06:23.859"/>
    <p1510:client id="{04A35765-5453-51E5-461D-A8E7C1D44C07}" v="66" dt="2026-06-08T19:43:52.271"/>
    <p1510:client id="{0DE8A058-41CC-4D7D-8AC6-FC2B2A5E7113}" v="50" dt="2026-06-09T09:06:55.334"/>
    <p1510:client id="{60405500-956F-AB26-A918-8A2BD6DC9882}" v="4" dt="2026-06-09T10:40:11.794"/>
    <p1510:client id="{D6821814-B061-9325-684D-1513CB072418}" v="67" dt="2026-06-09T14:48:50.959"/>
    <p1510:client id="{D70C1FEB-295E-8F8B-383E-4E4563ABA334}" v="13" dt="2026-06-09T13:10:43.938"/>
    <p1510:client id="{E0019F40-253B-B092-9B57-6C27EB784B89}" v="1" dt="2026-06-09T08:36:00.494"/>
    <p1510:client id="{EF396895-D3C6-4FE9-CA0B-9A5304DD48B9}" v="5" dt="2026-06-08T19:48:36.56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>
        <p:scale>
          <a:sx n="1" d="2"/>
          <a:sy n="1" d="2"/>
        </p:scale>
        <p:origin x="0" y="0"/>
      </p:cViewPr>
      <p:guideLst/>
    </p:cSldViewPr>
  </p:slide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3.xml"/><Relationship Id="rId13" Type="http://schemas.openxmlformats.org/officeDocument/2006/relationships/slide" Target="slides/slide8.xml"/><Relationship Id="rId18" Type="http://schemas.openxmlformats.org/officeDocument/2006/relationships/slide" Target="slides/slide13.xml"/><Relationship Id="rId26" Type="http://schemas.openxmlformats.org/officeDocument/2006/relationships/tableStyles" Target="tableStyles.xml"/><Relationship Id="rId3" Type="http://schemas.openxmlformats.org/officeDocument/2006/relationships/customXml" Target="../customXml/item3.xml"/><Relationship Id="rId21" Type="http://schemas.openxmlformats.org/officeDocument/2006/relationships/handoutMaster" Target="handoutMasters/handoutMaster1.xml"/><Relationship Id="rId7" Type="http://schemas.openxmlformats.org/officeDocument/2006/relationships/slide" Target="slides/slide2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25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slide" Target="slides/slide11.xml"/><Relationship Id="rId20" Type="http://schemas.openxmlformats.org/officeDocument/2006/relationships/notesMaster" Target="notesMasters/notesMaster1.xml"/><Relationship Id="rId29" Type="http://schemas.microsoft.com/office/2018/10/relationships/authors" Target="authors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24" Type="http://schemas.openxmlformats.org/officeDocument/2006/relationships/viewProps" Target="viewProps.xml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10.xml"/><Relationship Id="rId23" Type="http://schemas.openxmlformats.org/officeDocument/2006/relationships/presProps" Target="presProps.xml"/><Relationship Id="rId28" Type="http://schemas.microsoft.com/office/2015/10/relationships/revisionInfo" Target="revisionInfo.xml"/><Relationship Id="rId10" Type="http://schemas.openxmlformats.org/officeDocument/2006/relationships/slide" Target="slides/slide5.xml"/><Relationship Id="rId19" Type="http://schemas.openxmlformats.org/officeDocument/2006/relationships/slide" Target="slides/slide14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22" Type="http://schemas.openxmlformats.org/officeDocument/2006/relationships/commentAuthors" Target="commentAuthors.xml"/><Relationship Id="rId27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RILLO ARANDA Paloma (OP)" userId="5aac095e-000b-4e56-a478-19e81d922c1e" providerId="ADAL" clId="{BF0765DA-FE31-4851-B5C5-5D37509283C1}"/>
    <pc:docChg chg="undo custSel modSld">
      <pc:chgData name="ARILLO ARANDA Paloma (OP)" userId="5aac095e-000b-4e56-a478-19e81d922c1e" providerId="ADAL" clId="{BF0765DA-FE31-4851-B5C5-5D37509283C1}" dt="2026-06-09T09:06:11.073" v="226" actId="13926"/>
      <pc:docMkLst>
        <pc:docMk/>
      </pc:docMkLst>
      <pc:sldChg chg="modSp mod modCm">
        <pc:chgData name="ARILLO ARANDA Paloma (OP)" userId="5aac095e-000b-4e56-a478-19e81d922c1e" providerId="ADAL" clId="{BF0765DA-FE31-4851-B5C5-5D37509283C1}" dt="2026-06-09T08:40:55.164" v="145" actId="255"/>
        <pc:sldMkLst>
          <pc:docMk/>
          <pc:sldMk cId="3777327881" sldId="259"/>
        </pc:sldMkLst>
        <pc:spChg chg="mod">
          <ac:chgData name="ARILLO ARANDA Paloma (OP)" userId="5aac095e-000b-4e56-a478-19e81d922c1e" providerId="ADAL" clId="{BF0765DA-FE31-4851-B5C5-5D37509283C1}" dt="2026-06-09T08:40:55.164" v="145" actId="255"/>
          <ac:spMkLst>
            <pc:docMk/>
            <pc:sldMk cId="3777327881" sldId="259"/>
            <ac:spMk id="3" creationId="{C76EEE32-05B1-3943-B6B7-F172254DA883}"/>
          </ac:spMkLst>
        </pc:spChg>
        <pc:spChg chg="mod">
          <ac:chgData name="ARILLO ARANDA Paloma (OP)" userId="5aac095e-000b-4e56-a478-19e81d922c1e" providerId="ADAL" clId="{BF0765DA-FE31-4851-B5C5-5D37509283C1}" dt="2026-06-09T08:35:46.627" v="138" actId="20577"/>
          <ac:spMkLst>
            <pc:docMk/>
            <pc:sldMk cId="3777327881" sldId="259"/>
            <ac:spMk id="18" creationId="{37F7CF56-95DD-32F5-E7F0-77DDD56B57E1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mod">
              <pc226:chgData name="ARILLO ARANDA Paloma (OP)" userId="5aac095e-000b-4e56-a478-19e81d922c1e" providerId="ADAL" clId="{BF0765DA-FE31-4851-B5C5-5D37509283C1}" dt="2026-06-09T07:02:53.185" v="59" actId="20577"/>
              <pc2:cmMkLst xmlns:pc2="http://schemas.microsoft.com/office/powerpoint/2019/9/main/command">
                <pc:docMk/>
                <pc:sldMk cId="3777327881" sldId="259"/>
                <pc2:cmMk id="{A6DB5E3A-BE3A-4A37-A832-7548363D02A5}"/>
              </pc2:cmMkLst>
            </pc226:cmChg>
          </p:ext>
        </pc:extLst>
      </pc:sldChg>
      <pc:sldChg chg="modSp mod">
        <pc:chgData name="ARILLO ARANDA Paloma (OP)" userId="5aac095e-000b-4e56-a478-19e81d922c1e" providerId="ADAL" clId="{BF0765DA-FE31-4851-B5C5-5D37509283C1}" dt="2026-06-09T08:41:41.021" v="146" actId="207"/>
        <pc:sldMkLst>
          <pc:docMk/>
          <pc:sldMk cId="981817496" sldId="1400"/>
        </pc:sldMkLst>
        <pc:graphicFrameChg chg="modGraphic">
          <ac:chgData name="ARILLO ARANDA Paloma (OP)" userId="5aac095e-000b-4e56-a478-19e81d922c1e" providerId="ADAL" clId="{BF0765DA-FE31-4851-B5C5-5D37509283C1}" dt="2026-06-09T08:41:41.021" v="146" actId="207"/>
          <ac:graphicFrameMkLst>
            <pc:docMk/>
            <pc:sldMk cId="981817496" sldId="1400"/>
            <ac:graphicFrameMk id="4" creationId="{42F66917-925C-88A0-2E14-9BC390E596EE}"/>
          </ac:graphicFrameMkLst>
        </pc:graphicFrameChg>
      </pc:sldChg>
      <pc:sldChg chg="modSp mod modCm">
        <pc:chgData name="ARILLO ARANDA Paloma (OP)" userId="5aac095e-000b-4e56-a478-19e81d922c1e" providerId="ADAL" clId="{BF0765DA-FE31-4851-B5C5-5D37509283C1}" dt="2026-06-09T09:05:01.754" v="224" actId="207"/>
        <pc:sldMkLst>
          <pc:docMk/>
          <pc:sldMk cId="2419242855" sldId="1403"/>
        </pc:sldMkLst>
        <pc:spChg chg="mod">
          <ac:chgData name="ARILLO ARANDA Paloma (OP)" userId="5aac095e-000b-4e56-a478-19e81d922c1e" providerId="ADAL" clId="{BF0765DA-FE31-4851-B5C5-5D37509283C1}" dt="2026-06-09T09:05:01.754" v="224" actId="207"/>
          <ac:spMkLst>
            <pc:docMk/>
            <pc:sldMk cId="2419242855" sldId="1403"/>
            <ac:spMk id="3" creationId="{C76EEE32-05B1-3943-B6B7-F172254DA883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mod">
              <pc226:chgData name="ARILLO ARANDA Paloma (OP)" userId="5aac095e-000b-4e56-a478-19e81d922c1e" providerId="ADAL" clId="{BF0765DA-FE31-4851-B5C5-5D37509283C1}" dt="2026-06-09T08:49:48.189" v="181" actId="20577"/>
              <pc2:cmMkLst xmlns:pc2="http://schemas.microsoft.com/office/powerpoint/2019/9/main/command">
                <pc:docMk/>
                <pc:sldMk cId="2419242855" sldId="1403"/>
                <pc2:cmMk id="{BF35A8CE-D94B-44F3-9F6F-D69BFE5D2328}"/>
              </pc2:cmMkLst>
            </pc226:cmChg>
            <pc226:cmChg xmlns:pc226="http://schemas.microsoft.com/office/powerpoint/2022/06/main/command" chg="mod">
              <pc226:chgData name="ARILLO ARANDA Paloma (OP)" userId="5aac095e-000b-4e56-a478-19e81d922c1e" providerId="ADAL" clId="{BF0765DA-FE31-4851-B5C5-5D37509283C1}" dt="2026-06-09T08:49:48.189" v="181" actId="20577"/>
              <pc2:cmMkLst xmlns:pc2="http://schemas.microsoft.com/office/powerpoint/2019/9/main/command">
                <pc:docMk/>
                <pc:sldMk cId="2419242855" sldId="1403"/>
                <pc2:cmMk id="{D50D73E9-1154-4F4E-9841-237A7349C3B1}"/>
              </pc2:cmMkLst>
            </pc226:cmChg>
          </p:ext>
        </pc:extLst>
      </pc:sldChg>
      <pc:sldChg chg="modSp mod modCm">
        <pc:chgData name="ARILLO ARANDA Paloma (OP)" userId="5aac095e-000b-4e56-a478-19e81d922c1e" providerId="ADAL" clId="{BF0765DA-FE31-4851-B5C5-5D37509283C1}" dt="2026-06-09T09:06:11.073" v="226" actId="13926"/>
        <pc:sldMkLst>
          <pc:docMk/>
          <pc:sldMk cId="3700328532" sldId="1408"/>
        </pc:sldMkLst>
        <pc:spChg chg="mod">
          <ac:chgData name="ARILLO ARANDA Paloma (OP)" userId="5aac095e-000b-4e56-a478-19e81d922c1e" providerId="ADAL" clId="{BF0765DA-FE31-4851-B5C5-5D37509283C1}" dt="2026-06-09T07:11:07.777" v="107" actId="20577"/>
          <ac:spMkLst>
            <pc:docMk/>
            <pc:sldMk cId="3700328532" sldId="1408"/>
            <ac:spMk id="2" creationId="{445F8046-0E9D-FCCE-E14C-F03BD8373AA3}"/>
          </ac:spMkLst>
        </pc:spChg>
        <pc:spChg chg="mod">
          <ac:chgData name="ARILLO ARANDA Paloma (OP)" userId="5aac095e-000b-4e56-a478-19e81d922c1e" providerId="ADAL" clId="{BF0765DA-FE31-4851-B5C5-5D37509283C1}" dt="2026-06-09T09:06:11.073" v="226" actId="13926"/>
          <ac:spMkLst>
            <pc:docMk/>
            <pc:sldMk cId="3700328532" sldId="1408"/>
            <ac:spMk id="3" creationId="{93CE2629-F9EF-7A93-FD2C-D3730294CEAF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mod">
              <pc226:chgData name="ARILLO ARANDA Paloma (OP)" userId="5aac095e-000b-4e56-a478-19e81d922c1e" providerId="ADAL" clId="{BF0765DA-FE31-4851-B5C5-5D37509283C1}" dt="2026-06-09T09:05:58.452" v="225" actId="20577"/>
              <pc2:cmMkLst xmlns:pc2="http://schemas.microsoft.com/office/powerpoint/2019/9/main/command">
                <pc:docMk/>
                <pc:sldMk cId="3700328532" sldId="1408"/>
                <pc2:cmMk id="{66203003-0EC3-4802-9E49-47153C149D44}"/>
              </pc2:cmMkLst>
            </pc226:cmChg>
          </p:ext>
        </pc:extLst>
      </pc:sldChg>
      <pc:sldChg chg="modSp mod">
        <pc:chgData name="ARILLO ARANDA Paloma (OP)" userId="5aac095e-000b-4e56-a478-19e81d922c1e" providerId="ADAL" clId="{BF0765DA-FE31-4851-B5C5-5D37509283C1}" dt="2026-06-09T07:04:52.377" v="66" actId="255"/>
        <pc:sldMkLst>
          <pc:docMk/>
          <pc:sldMk cId="2699462789" sldId="1417"/>
        </pc:sldMkLst>
        <pc:spChg chg="mod">
          <ac:chgData name="ARILLO ARANDA Paloma (OP)" userId="5aac095e-000b-4e56-a478-19e81d922c1e" providerId="ADAL" clId="{BF0765DA-FE31-4851-B5C5-5D37509283C1}" dt="2026-06-09T07:04:52.377" v="66" actId="255"/>
          <ac:spMkLst>
            <pc:docMk/>
            <pc:sldMk cId="2699462789" sldId="1417"/>
            <ac:spMk id="5" creationId="{9ABF5060-D86C-F134-069D-7748A6B0A502}"/>
          </ac:spMkLst>
        </pc:spChg>
      </pc:sldChg>
      <pc:sldChg chg="modSp mod">
        <pc:chgData name="ARILLO ARANDA Paloma (OP)" userId="5aac095e-000b-4e56-a478-19e81d922c1e" providerId="ADAL" clId="{BF0765DA-FE31-4851-B5C5-5D37509283C1}" dt="2026-06-09T07:05:01.529" v="67" actId="255"/>
        <pc:sldMkLst>
          <pc:docMk/>
          <pc:sldMk cId="3654597332" sldId="1418"/>
        </pc:sldMkLst>
        <pc:spChg chg="mod">
          <ac:chgData name="ARILLO ARANDA Paloma (OP)" userId="5aac095e-000b-4e56-a478-19e81d922c1e" providerId="ADAL" clId="{BF0765DA-FE31-4851-B5C5-5D37509283C1}" dt="2026-06-09T07:05:01.529" v="67" actId="255"/>
          <ac:spMkLst>
            <pc:docMk/>
            <pc:sldMk cId="3654597332" sldId="1418"/>
            <ac:spMk id="5" creationId="{F9364E06-FCDE-3F7A-A668-7F06980C1C5C}"/>
          </ac:spMkLst>
        </pc:spChg>
      </pc:sldChg>
      <pc:sldChg chg="modSp mod modCm">
        <pc:chgData name="ARILLO ARANDA Paloma (OP)" userId="5aac095e-000b-4e56-a478-19e81d922c1e" providerId="ADAL" clId="{BF0765DA-FE31-4851-B5C5-5D37509283C1}" dt="2026-06-09T08:47:48.035" v="153" actId="207"/>
        <pc:sldMkLst>
          <pc:docMk/>
          <pc:sldMk cId="1849753633" sldId="1419"/>
        </pc:sldMkLst>
        <pc:spChg chg="mod">
          <ac:chgData name="ARILLO ARANDA Paloma (OP)" userId="5aac095e-000b-4e56-a478-19e81d922c1e" providerId="ADAL" clId="{BF0765DA-FE31-4851-B5C5-5D37509283C1}" dt="2026-06-09T08:47:48.035" v="153" actId="207"/>
          <ac:spMkLst>
            <pc:docMk/>
            <pc:sldMk cId="1849753633" sldId="1419"/>
            <ac:spMk id="5" creationId="{6441FC53-4908-2481-AD2C-6F5024EF432F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mod">
              <pc226:chgData name="ARILLO ARANDA Paloma (OP)" userId="5aac095e-000b-4e56-a478-19e81d922c1e" providerId="ADAL" clId="{BF0765DA-FE31-4851-B5C5-5D37509283C1}" dt="2026-06-09T08:47:40.582" v="152" actId="20577"/>
              <pc2:cmMkLst xmlns:pc2="http://schemas.microsoft.com/office/powerpoint/2019/9/main/command">
                <pc:docMk/>
                <pc:sldMk cId="1849753633" sldId="1419"/>
                <pc2:cmMk id="{68AE4B65-1292-4296-8442-41C1DE84C894}"/>
              </pc2:cmMkLst>
            </pc226:cmChg>
          </p:ext>
        </pc:extLst>
      </pc:sldChg>
      <pc:sldChg chg="modSp">
        <pc:chgData name="ARILLO ARANDA Paloma (OP)" userId="5aac095e-000b-4e56-a478-19e81d922c1e" providerId="ADAL" clId="{BF0765DA-FE31-4851-B5C5-5D37509283C1}" dt="2026-06-09T06:58:15.392" v="50" actId="20577"/>
        <pc:sldMkLst>
          <pc:docMk/>
          <pc:sldMk cId="1360176188" sldId="1420"/>
        </pc:sldMkLst>
        <pc:spChg chg="mod">
          <ac:chgData name="ARILLO ARANDA Paloma (OP)" userId="5aac095e-000b-4e56-a478-19e81d922c1e" providerId="ADAL" clId="{BF0765DA-FE31-4851-B5C5-5D37509283C1}" dt="2026-06-09T06:58:15.392" v="50" actId="20577"/>
          <ac:spMkLst>
            <pc:docMk/>
            <pc:sldMk cId="1360176188" sldId="1420"/>
            <ac:spMk id="9" creationId="{4DFC0EF3-9841-0744-6F72-CB5E722CE34B}"/>
          </ac:spMkLst>
        </pc:spChg>
      </pc:sldChg>
      <pc:sldChg chg="modSp mod">
        <pc:chgData name="ARILLO ARANDA Paloma (OP)" userId="5aac095e-000b-4e56-a478-19e81d922c1e" providerId="ADAL" clId="{BF0765DA-FE31-4851-B5C5-5D37509283C1}" dt="2026-06-09T06:52:49.988" v="27" actId="5793"/>
        <pc:sldMkLst>
          <pc:docMk/>
          <pc:sldMk cId="194845558" sldId="1421"/>
        </pc:sldMkLst>
        <pc:spChg chg="mod">
          <ac:chgData name="ARILLO ARANDA Paloma (OP)" userId="5aac095e-000b-4e56-a478-19e81d922c1e" providerId="ADAL" clId="{BF0765DA-FE31-4851-B5C5-5D37509283C1}" dt="2026-06-09T06:52:49.988" v="27" actId="5793"/>
          <ac:spMkLst>
            <pc:docMk/>
            <pc:sldMk cId="194845558" sldId="1421"/>
            <ac:spMk id="4" creationId="{AC195AC9-43A6-048B-382D-618B79F10F7F}"/>
          </ac:spMkLst>
        </pc:spChg>
      </pc:sldChg>
    </pc:docChg>
  </pc:docChgLst>
  <pc:docChgLst>
    <pc:chgData name="KRASIC Srdjan (OP-EXT)" userId="S::srdjan.krasic@ext.ec.europa.eu::6da91b18-32dc-43bc-a9cc-2ff6f82cb0e8" providerId="AD" clId="Web-{46EBAA28-2E9C-8BFC-3FAB-5A8A4A660D96}"/>
    <pc:docChg chg="modSld">
      <pc:chgData name="KRASIC Srdjan (OP-EXT)" userId="S::srdjan.krasic@ext.ec.europa.eu::6da91b18-32dc-43bc-a9cc-2ff6f82cb0e8" providerId="AD" clId="Web-{46EBAA28-2E9C-8BFC-3FAB-5A8A4A660D96}" dt="2026-05-26T09:06:07.562" v="61" actId="20577"/>
      <pc:docMkLst>
        <pc:docMk/>
      </pc:docMkLst>
      <pc:sldChg chg="modSp">
        <pc:chgData name="KRASIC Srdjan (OP-EXT)" userId="S::srdjan.krasic@ext.ec.europa.eu::6da91b18-32dc-43bc-a9cc-2ff6f82cb0e8" providerId="AD" clId="Web-{46EBAA28-2E9C-8BFC-3FAB-5A8A4A660D96}" dt="2026-05-26T09:06:07.562" v="61" actId="20577"/>
        <pc:sldMkLst>
          <pc:docMk/>
          <pc:sldMk cId="2419242855" sldId="1403"/>
        </pc:sldMkLst>
        <pc:spChg chg="mod">
          <ac:chgData name="KRASIC Srdjan (OP-EXT)" userId="S::srdjan.krasic@ext.ec.europa.eu::6da91b18-32dc-43bc-a9cc-2ff6f82cb0e8" providerId="AD" clId="Web-{46EBAA28-2E9C-8BFC-3FAB-5A8A4A660D96}" dt="2026-05-26T09:06:07.562" v="61" actId="20577"/>
          <ac:spMkLst>
            <pc:docMk/>
            <pc:sldMk cId="2419242855" sldId="1403"/>
            <ac:spMk id="3" creationId="{C76EEE32-05B1-3943-B6B7-F172254DA883}"/>
          </ac:spMkLst>
        </pc:spChg>
      </pc:sldChg>
    </pc:docChg>
  </pc:docChgLst>
  <pc:docChgLst>
    <pc:chgData name="DONOHOE Paul (OP-EXT)" userId="S::paul.donohoe@ext.publications.europa.eu::c9df9133-e9aa-401a-a047-69aff1aabaa4" providerId="AD" clId="Web-{F11732D0-C217-2677-E44D-1D353484A412}"/>
    <pc:docChg chg="addSld delSld modSld modSection">
      <pc:chgData name="DONOHOE Paul (OP-EXT)" userId="S::paul.donohoe@ext.publications.europa.eu::c9df9133-e9aa-401a-a047-69aff1aabaa4" providerId="AD" clId="Web-{F11732D0-C217-2677-E44D-1D353484A412}" dt="2026-06-01T14:12:44.038" v="283"/>
      <pc:docMkLst>
        <pc:docMk/>
      </pc:docMkLst>
      <pc:sldChg chg="modSp modNotes">
        <pc:chgData name="DONOHOE Paul (OP-EXT)" userId="S::paul.donohoe@ext.publications.europa.eu::c9df9133-e9aa-401a-a047-69aff1aabaa4" providerId="AD" clId="Web-{F11732D0-C217-2677-E44D-1D353484A412}" dt="2026-06-01T14:06:13.089" v="148"/>
        <pc:sldMkLst>
          <pc:docMk/>
          <pc:sldMk cId="255292099" sldId="258"/>
        </pc:sldMkLst>
        <pc:spChg chg="mod">
          <ac:chgData name="DONOHOE Paul (OP-EXT)" userId="S::paul.donohoe@ext.publications.europa.eu::c9df9133-e9aa-401a-a047-69aff1aabaa4" providerId="AD" clId="Web-{F11732D0-C217-2677-E44D-1D353484A412}" dt="2026-06-01T13:32:45.421" v="9" actId="20577"/>
          <ac:spMkLst>
            <pc:docMk/>
            <pc:sldMk cId="255292099" sldId="258"/>
            <ac:spMk id="9" creationId="{67AD3164-9F40-E8FE-4B28-F9581136DD43}"/>
          </ac:spMkLst>
        </pc:spChg>
      </pc:sldChg>
      <pc:sldChg chg="modSp modNotes">
        <pc:chgData name="DONOHOE Paul (OP-EXT)" userId="S::paul.donohoe@ext.publications.europa.eu::c9df9133-e9aa-401a-a047-69aff1aabaa4" providerId="AD" clId="Web-{F11732D0-C217-2677-E44D-1D353484A412}" dt="2026-06-01T14:04:35.788" v="143"/>
        <pc:sldMkLst>
          <pc:docMk/>
          <pc:sldMk cId="2419242855" sldId="1403"/>
        </pc:sldMkLst>
        <pc:spChg chg="mod">
          <ac:chgData name="DONOHOE Paul (OP-EXT)" userId="S::paul.donohoe@ext.publications.europa.eu::c9df9133-e9aa-401a-a047-69aff1aabaa4" providerId="AD" clId="Web-{F11732D0-C217-2677-E44D-1D353484A412}" dt="2026-06-01T13:33:35.094" v="10" actId="20577"/>
          <ac:spMkLst>
            <pc:docMk/>
            <pc:sldMk cId="2419242855" sldId="1403"/>
            <ac:spMk id="2" creationId="{F20262FE-51C3-9547-9ED8-C7F938F2B0AA}"/>
          </ac:spMkLst>
        </pc:spChg>
        <pc:spChg chg="mod">
          <ac:chgData name="DONOHOE Paul (OP-EXT)" userId="S::paul.donohoe@ext.publications.europa.eu::c9df9133-e9aa-401a-a047-69aff1aabaa4" providerId="AD" clId="Web-{F11732D0-C217-2677-E44D-1D353484A412}" dt="2026-06-01T14:03:29.130" v="90" actId="20577"/>
          <ac:spMkLst>
            <pc:docMk/>
            <pc:sldMk cId="2419242855" sldId="1403"/>
            <ac:spMk id="3" creationId="{C76EEE32-05B1-3943-B6B7-F172254DA883}"/>
          </ac:spMkLst>
        </pc:spChg>
      </pc:sldChg>
      <pc:sldChg chg="modSp modNotes">
        <pc:chgData name="DONOHOE Paul (OP-EXT)" userId="S::paul.donohoe@ext.publications.europa.eu::c9df9133-e9aa-401a-a047-69aff1aabaa4" providerId="AD" clId="Web-{F11732D0-C217-2677-E44D-1D353484A412}" dt="2026-06-01T14:05:58.666" v="145"/>
        <pc:sldMkLst>
          <pc:docMk/>
          <pc:sldMk cId="3700328532" sldId="1408"/>
        </pc:sldMkLst>
        <pc:spChg chg="mod">
          <ac:chgData name="DONOHOE Paul (OP-EXT)" userId="S::paul.donohoe@ext.publications.europa.eu::c9df9133-e9aa-401a-a047-69aff1aabaa4" providerId="AD" clId="Web-{F11732D0-C217-2677-E44D-1D353484A412}" dt="2026-06-01T13:33:42.188" v="11" actId="20577"/>
          <ac:spMkLst>
            <pc:docMk/>
            <pc:sldMk cId="3700328532" sldId="1408"/>
            <ac:spMk id="2" creationId="{445F8046-0E9D-FCCE-E14C-F03BD8373AA3}"/>
          </ac:spMkLst>
        </pc:spChg>
      </pc:sldChg>
      <pc:sldChg chg="modSp modNotes">
        <pc:chgData name="DONOHOE Paul (OP-EXT)" userId="S::paul.donohoe@ext.publications.europa.eu::c9df9133-e9aa-401a-a047-69aff1aabaa4" providerId="AD" clId="Web-{F11732D0-C217-2677-E44D-1D353484A412}" dt="2026-06-01T14:12:44.038" v="283"/>
        <pc:sldMkLst>
          <pc:docMk/>
          <pc:sldMk cId="3654597332" sldId="1418"/>
        </pc:sldMkLst>
        <pc:spChg chg="mod">
          <ac:chgData name="DONOHOE Paul (OP-EXT)" userId="S::paul.donohoe@ext.publications.europa.eu::c9df9133-e9aa-401a-a047-69aff1aabaa4" providerId="AD" clId="Web-{F11732D0-C217-2677-E44D-1D353484A412}" dt="2026-06-01T13:52:55.652" v="58" actId="20577"/>
          <ac:spMkLst>
            <pc:docMk/>
            <pc:sldMk cId="3654597332" sldId="1418"/>
            <ac:spMk id="5" creationId="{F9364E06-FCDE-3F7A-A668-7F06980C1C5C}"/>
          </ac:spMkLst>
        </pc:spChg>
      </pc:sldChg>
      <pc:sldChg chg="modNotes">
        <pc:chgData name="DONOHOE Paul (OP-EXT)" userId="S::paul.donohoe@ext.publications.europa.eu::c9df9133-e9aa-401a-a047-69aff1aabaa4" providerId="AD" clId="Web-{F11732D0-C217-2677-E44D-1D353484A412}" dt="2026-06-01T13:58:38.428" v="71"/>
        <pc:sldMkLst>
          <pc:docMk/>
          <pc:sldMk cId="1849753633" sldId="1419"/>
        </pc:sldMkLst>
      </pc:sldChg>
      <pc:sldChg chg="modSp modNotes">
        <pc:chgData name="DONOHOE Paul (OP-EXT)" userId="S::paul.donohoe@ext.publications.europa.eu::c9df9133-e9aa-401a-a047-69aff1aabaa4" providerId="AD" clId="Web-{F11732D0-C217-2677-E44D-1D353484A412}" dt="2026-06-01T13:48:30.816" v="53"/>
        <pc:sldMkLst>
          <pc:docMk/>
          <pc:sldMk cId="1855452888" sldId="1422"/>
        </pc:sldMkLst>
        <pc:spChg chg="mod">
          <ac:chgData name="DONOHOE Paul (OP-EXT)" userId="S::paul.donohoe@ext.publications.europa.eu::c9df9133-e9aa-401a-a047-69aff1aabaa4" providerId="AD" clId="Web-{F11732D0-C217-2677-E44D-1D353484A412}" dt="2026-06-01T13:47:50.705" v="50" actId="20577"/>
          <ac:spMkLst>
            <pc:docMk/>
            <pc:sldMk cId="1855452888" sldId="1422"/>
            <ac:spMk id="3" creationId="{7D8A9BDB-FDA7-B411-4B96-2E9F57CB57E2}"/>
          </ac:spMkLst>
        </pc:spChg>
      </pc:sldChg>
    </pc:docChg>
  </pc:docChgLst>
  <pc:docChgLst>
    <pc:chgData name="YFANTI Sevasti (OP-EXT)" userId="S::sevasti.yfanti@ext.ec.europa.eu::7c42bec1-26c8-4f31-ac03-7337768c55f5" providerId="AD" clId="Web-{60405500-956F-AB26-A918-8A2BD6DC9882}"/>
    <pc:docChg chg="modSld">
      <pc:chgData name="YFANTI Sevasti (OP-EXT)" userId="S::sevasti.yfanti@ext.ec.europa.eu::7c42bec1-26c8-4f31-ac03-7337768c55f5" providerId="AD" clId="Web-{60405500-956F-AB26-A918-8A2BD6DC9882}" dt="2026-06-09T10:40:11.169" v="2" actId="1076"/>
      <pc:docMkLst>
        <pc:docMk/>
      </pc:docMkLst>
      <pc:sldChg chg="addSp delSp modSp">
        <pc:chgData name="YFANTI Sevasti (OP-EXT)" userId="S::sevasti.yfanti@ext.ec.europa.eu::7c42bec1-26c8-4f31-ac03-7337768c55f5" providerId="AD" clId="Web-{60405500-956F-AB26-A918-8A2BD6DC9882}" dt="2026-06-09T10:40:11.169" v="2" actId="1076"/>
        <pc:sldMkLst>
          <pc:docMk/>
          <pc:sldMk cId="1360176188" sldId="1420"/>
        </pc:sldMkLst>
        <pc:spChg chg="add del mod">
          <ac:chgData name="YFANTI Sevasti (OP-EXT)" userId="S::sevasti.yfanti@ext.ec.europa.eu::7c42bec1-26c8-4f31-ac03-7337768c55f5" providerId="AD" clId="Web-{60405500-956F-AB26-A918-8A2BD6DC9882}" dt="2026-06-09T10:40:08.060" v="1"/>
          <ac:spMkLst>
            <pc:docMk/>
            <pc:sldMk cId="1360176188" sldId="1420"/>
            <ac:spMk id="6" creationId="{9C29324B-7559-9556-DEB0-2C0D17EA7BB0}"/>
          </ac:spMkLst>
        </pc:spChg>
        <pc:picChg chg="del">
          <ac:chgData name="YFANTI Sevasti (OP-EXT)" userId="S::sevasti.yfanti@ext.ec.europa.eu::7c42bec1-26c8-4f31-ac03-7337768c55f5" providerId="AD" clId="Web-{60405500-956F-AB26-A918-8A2BD6DC9882}" dt="2026-06-09T10:40:03.778" v="0"/>
          <ac:picMkLst>
            <pc:docMk/>
            <pc:sldMk cId="1360176188" sldId="1420"/>
            <ac:picMk id="7" creationId="{D1EDFD0B-61FB-C5A4-1E7F-02A58AED84D3}"/>
          </ac:picMkLst>
        </pc:picChg>
        <pc:picChg chg="add mod ord">
          <ac:chgData name="YFANTI Sevasti (OP-EXT)" userId="S::sevasti.yfanti@ext.ec.europa.eu::7c42bec1-26c8-4f31-ac03-7337768c55f5" providerId="AD" clId="Web-{60405500-956F-AB26-A918-8A2BD6DC9882}" dt="2026-06-09T10:40:11.169" v="2" actId="1076"/>
          <ac:picMkLst>
            <pc:docMk/>
            <pc:sldMk cId="1360176188" sldId="1420"/>
            <ac:picMk id="8" creationId="{85F46BA3-E327-7B18-BA56-9099F17828F4}"/>
          </ac:picMkLst>
        </pc:picChg>
      </pc:sldChg>
    </pc:docChg>
  </pc:docChgLst>
  <pc:docChgLst>
    <pc:chgData name="DONOHOE Paul (OP-EXT)" userId="S::paul.donohoe@ext.publications.europa.eu::c9df9133-e9aa-401a-a047-69aff1aabaa4" providerId="AD" clId="Web-{08987228-AB28-35EC-B574-F0F35AB6AA5A}"/>
    <pc:docChg chg="modSld">
      <pc:chgData name="DONOHOE Paul (OP-EXT)" userId="S::paul.donohoe@ext.publications.europa.eu::c9df9133-e9aa-401a-a047-69aff1aabaa4" providerId="AD" clId="Web-{08987228-AB28-35EC-B574-F0F35AB6AA5A}" dt="2026-05-27T08:32:29.692" v="331" actId="20577"/>
      <pc:docMkLst>
        <pc:docMk/>
      </pc:docMkLst>
      <pc:sldChg chg="modSp">
        <pc:chgData name="DONOHOE Paul (OP-EXT)" userId="S::paul.donohoe@ext.publications.europa.eu::c9df9133-e9aa-401a-a047-69aff1aabaa4" providerId="AD" clId="Web-{08987228-AB28-35EC-B574-F0F35AB6AA5A}" dt="2026-05-27T08:07:17.841" v="132" actId="20577"/>
        <pc:sldMkLst>
          <pc:docMk/>
          <pc:sldMk cId="2699462789" sldId="1417"/>
        </pc:sldMkLst>
        <pc:spChg chg="mod">
          <ac:chgData name="DONOHOE Paul (OP-EXT)" userId="S::paul.donohoe@ext.publications.europa.eu::c9df9133-e9aa-401a-a047-69aff1aabaa4" providerId="AD" clId="Web-{08987228-AB28-35EC-B574-F0F35AB6AA5A}" dt="2026-05-27T08:07:17.841" v="132" actId="20577"/>
          <ac:spMkLst>
            <pc:docMk/>
            <pc:sldMk cId="2699462789" sldId="1417"/>
            <ac:spMk id="5" creationId="{9ABF5060-D86C-F134-069D-7748A6B0A502}"/>
          </ac:spMkLst>
        </pc:spChg>
      </pc:sldChg>
      <pc:sldChg chg="modSp">
        <pc:chgData name="DONOHOE Paul (OP-EXT)" userId="S::paul.donohoe@ext.publications.europa.eu::c9df9133-e9aa-401a-a047-69aff1aabaa4" providerId="AD" clId="Web-{08987228-AB28-35EC-B574-F0F35AB6AA5A}" dt="2026-05-27T07:31:38.144" v="110" actId="20577"/>
        <pc:sldMkLst>
          <pc:docMk/>
          <pc:sldMk cId="3654597332" sldId="1418"/>
        </pc:sldMkLst>
        <pc:spChg chg="mod">
          <ac:chgData name="DONOHOE Paul (OP-EXT)" userId="S::paul.donohoe@ext.publications.europa.eu::c9df9133-e9aa-401a-a047-69aff1aabaa4" providerId="AD" clId="Web-{08987228-AB28-35EC-B574-F0F35AB6AA5A}" dt="2026-05-27T07:31:38.144" v="110" actId="20577"/>
          <ac:spMkLst>
            <pc:docMk/>
            <pc:sldMk cId="3654597332" sldId="1418"/>
            <ac:spMk id="5" creationId="{F9364E06-FCDE-3F7A-A668-7F06980C1C5C}"/>
          </ac:spMkLst>
        </pc:spChg>
      </pc:sldChg>
      <pc:sldChg chg="modSp">
        <pc:chgData name="DONOHOE Paul (OP-EXT)" userId="S::paul.donohoe@ext.publications.europa.eu::c9df9133-e9aa-401a-a047-69aff1aabaa4" providerId="AD" clId="Web-{08987228-AB28-35EC-B574-F0F35AB6AA5A}" dt="2026-05-27T07:35:12.144" v="128" actId="20577"/>
        <pc:sldMkLst>
          <pc:docMk/>
          <pc:sldMk cId="1849753633" sldId="1419"/>
        </pc:sldMkLst>
        <pc:spChg chg="mod">
          <ac:chgData name="DONOHOE Paul (OP-EXT)" userId="S::paul.donohoe@ext.publications.europa.eu::c9df9133-e9aa-401a-a047-69aff1aabaa4" providerId="AD" clId="Web-{08987228-AB28-35EC-B574-F0F35AB6AA5A}" dt="2026-05-27T07:35:12.144" v="128" actId="20577"/>
          <ac:spMkLst>
            <pc:docMk/>
            <pc:sldMk cId="1849753633" sldId="1419"/>
            <ac:spMk id="5" creationId="{6441FC53-4908-2481-AD2C-6F5024EF432F}"/>
          </ac:spMkLst>
        </pc:spChg>
      </pc:sldChg>
      <pc:sldChg chg="modSp">
        <pc:chgData name="DONOHOE Paul (OP-EXT)" userId="S::paul.donohoe@ext.publications.europa.eu::c9df9133-e9aa-401a-a047-69aff1aabaa4" providerId="AD" clId="Web-{08987228-AB28-35EC-B574-F0F35AB6AA5A}" dt="2026-05-27T08:32:29.692" v="331" actId="20577"/>
        <pc:sldMkLst>
          <pc:docMk/>
          <pc:sldMk cId="1855452888" sldId="1422"/>
        </pc:sldMkLst>
        <pc:spChg chg="mod">
          <ac:chgData name="DONOHOE Paul (OP-EXT)" userId="S::paul.donohoe@ext.publications.europa.eu::c9df9133-e9aa-401a-a047-69aff1aabaa4" providerId="AD" clId="Web-{08987228-AB28-35EC-B574-F0F35AB6AA5A}" dt="2026-05-27T08:23:28.447" v="210" actId="20577"/>
          <ac:spMkLst>
            <pc:docMk/>
            <pc:sldMk cId="1855452888" sldId="1422"/>
            <ac:spMk id="2" creationId="{BBB4B94F-0613-388D-58C2-A94A8C0BE49E}"/>
          </ac:spMkLst>
        </pc:spChg>
        <pc:spChg chg="mod">
          <ac:chgData name="DONOHOE Paul (OP-EXT)" userId="S::paul.donohoe@ext.publications.europa.eu::c9df9133-e9aa-401a-a047-69aff1aabaa4" providerId="AD" clId="Web-{08987228-AB28-35EC-B574-F0F35AB6AA5A}" dt="2026-05-27T08:32:29.692" v="331" actId="20577"/>
          <ac:spMkLst>
            <pc:docMk/>
            <pc:sldMk cId="1855452888" sldId="1422"/>
            <ac:spMk id="3" creationId="{7D8A9BDB-FDA7-B411-4B96-2E9F57CB57E2}"/>
          </ac:spMkLst>
        </pc:spChg>
      </pc:sldChg>
    </pc:docChg>
  </pc:docChgLst>
  <pc:docChgLst>
    <pc:chgData name="KRASIC Srdjan (OP-EXT)" userId="S::srdjan.krasic@ext.ec.europa.eu::6da91b18-32dc-43bc-a9cc-2ff6f82cb0e8" providerId="AD" clId="Web-{7573E014-B2A5-ACA1-AE5F-33998E947EDA}"/>
    <pc:docChg chg="modSld">
      <pc:chgData name="KRASIC Srdjan (OP-EXT)" userId="S::srdjan.krasic@ext.ec.europa.eu::6da91b18-32dc-43bc-a9cc-2ff6f82cb0e8" providerId="AD" clId="Web-{7573E014-B2A5-ACA1-AE5F-33998E947EDA}" dt="2026-05-19T16:26:17.200" v="29" actId="20577"/>
      <pc:docMkLst>
        <pc:docMk/>
      </pc:docMkLst>
      <pc:sldChg chg="modSp">
        <pc:chgData name="KRASIC Srdjan (OP-EXT)" userId="S::srdjan.krasic@ext.ec.europa.eu::6da91b18-32dc-43bc-a9cc-2ff6f82cb0e8" providerId="AD" clId="Web-{7573E014-B2A5-ACA1-AE5F-33998E947EDA}" dt="2026-05-19T16:26:17.200" v="29" actId="20577"/>
        <pc:sldMkLst>
          <pc:docMk/>
          <pc:sldMk cId="981817496" sldId="1400"/>
        </pc:sldMkLst>
        <pc:spChg chg="mod">
          <ac:chgData name="KRASIC Srdjan (OP-EXT)" userId="S::srdjan.krasic@ext.ec.europa.eu::6da91b18-32dc-43bc-a9cc-2ff6f82cb0e8" providerId="AD" clId="Web-{7573E014-B2A5-ACA1-AE5F-33998E947EDA}" dt="2026-05-19T16:26:17.200" v="29" actId="20577"/>
          <ac:spMkLst>
            <pc:docMk/>
            <pc:sldMk cId="981817496" sldId="1400"/>
            <ac:spMk id="2" creationId="{C8B0B79D-8B76-5991-74F0-A1D95062DDAF}"/>
          </ac:spMkLst>
        </pc:spChg>
        <pc:graphicFrameChg chg="mod modGraphic">
          <ac:chgData name="KRASIC Srdjan (OP-EXT)" userId="S::srdjan.krasic@ext.ec.europa.eu::6da91b18-32dc-43bc-a9cc-2ff6f82cb0e8" providerId="AD" clId="Web-{7573E014-B2A5-ACA1-AE5F-33998E947EDA}" dt="2026-05-19T16:26:05.496" v="28"/>
          <ac:graphicFrameMkLst>
            <pc:docMk/>
            <pc:sldMk cId="981817496" sldId="1400"/>
            <ac:graphicFrameMk id="4" creationId="{42F66917-925C-88A0-2E14-9BC390E596EE}"/>
          </ac:graphicFrameMkLst>
        </pc:graphicFrameChg>
      </pc:sldChg>
    </pc:docChg>
  </pc:docChgLst>
  <pc:docChgLst>
    <pc:chgData name="DONOHOE Paul (OP-EXT)" userId="S::paul.donohoe@ext.publications.europa.eu::c9df9133-e9aa-401a-a047-69aff1aabaa4" providerId="AD" clId="Web-{079B62D3-76F7-C8C1-3E52-3AC4AE09F1AB}"/>
    <pc:docChg chg="addSld delSld modSld modSection">
      <pc:chgData name="DONOHOE Paul (OP-EXT)" userId="S::paul.donohoe@ext.publications.europa.eu::c9df9133-e9aa-401a-a047-69aff1aabaa4" providerId="AD" clId="Web-{079B62D3-76F7-C8C1-3E52-3AC4AE09F1AB}" dt="2026-05-22T12:55:25.256" v="131" actId="20577"/>
      <pc:docMkLst>
        <pc:docMk/>
      </pc:docMkLst>
      <pc:sldChg chg="modSp">
        <pc:chgData name="DONOHOE Paul (OP-EXT)" userId="S::paul.donohoe@ext.publications.europa.eu::c9df9133-e9aa-401a-a047-69aff1aabaa4" providerId="AD" clId="Web-{079B62D3-76F7-C8C1-3E52-3AC4AE09F1AB}" dt="2026-05-22T12:52:03.014" v="55" actId="20577"/>
        <pc:sldMkLst>
          <pc:docMk/>
          <pc:sldMk cId="2419242855" sldId="1403"/>
        </pc:sldMkLst>
        <pc:spChg chg="mod">
          <ac:chgData name="DONOHOE Paul (OP-EXT)" userId="S::paul.donohoe@ext.publications.europa.eu::c9df9133-e9aa-401a-a047-69aff1aabaa4" providerId="AD" clId="Web-{079B62D3-76F7-C8C1-3E52-3AC4AE09F1AB}" dt="2026-05-22T12:52:03.014" v="55" actId="20577"/>
          <ac:spMkLst>
            <pc:docMk/>
            <pc:sldMk cId="2419242855" sldId="1403"/>
            <ac:spMk id="3" creationId="{C76EEE32-05B1-3943-B6B7-F172254DA883}"/>
          </ac:spMkLst>
        </pc:spChg>
      </pc:sldChg>
      <pc:sldChg chg="modSp">
        <pc:chgData name="DONOHOE Paul (OP-EXT)" userId="S::paul.donohoe@ext.publications.europa.eu::c9df9133-e9aa-401a-a047-69aff1aabaa4" providerId="AD" clId="Web-{079B62D3-76F7-C8C1-3E52-3AC4AE09F1AB}" dt="2026-05-22T11:31:19.688" v="52" actId="20577"/>
        <pc:sldMkLst>
          <pc:docMk/>
          <pc:sldMk cId="3700328532" sldId="1408"/>
        </pc:sldMkLst>
        <pc:spChg chg="mod">
          <ac:chgData name="DONOHOE Paul (OP-EXT)" userId="S::paul.donohoe@ext.publications.europa.eu::c9df9133-e9aa-401a-a047-69aff1aabaa4" providerId="AD" clId="Web-{079B62D3-76F7-C8C1-3E52-3AC4AE09F1AB}" dt="2026-05-22T11:31:19.688" v="52" actId="20577"/>
          <ac:spMkLst>
            <pc:docMk/>
            <pc:sldMk cId="3700328532" sldId="1408"/>
            <ac:spMk id="3" creationId="{93CE2629-F9EF-7A93-FD2C-D3730294CEAF}"/>
          </ac:spMkLst>
        </pc:spChg>
      </pc:sldChg>
      <pc:sldChg chg="addSp delSp modSp">
        <pc:chgData name="DONOHOE Paul (OP-EXT)" userId="S::paul.donohoe@ext.publications.europa.eu::c9df9133-e9aa-401a-a047-69aff1aabaa4" providerId="AD" clId="Web-{079B62D3-76F7-C8C1-3E52-3AC4AE09F1AB}" dt="2026-05-22T12:55:25.256" v="131" actId="20577"/>
        <pc:sldMkLst>
          <pc:docMk/>
          <pc:sldMk cId="1855452888" sldId="1422"/>
        </pc:sldMkLst>
        <pc:spChg chg="mod">
          <ac:chgData name="DONOHOE Paul (OP-EXT)" userId="S::paul.donohoe@ext.publications.europa.eu::c9df9133-e9aa-401a-a047-69aff1aabaa4" providerId="AD" clId="Web-{079B62D3-76F7-C8C1-3E52-3AC4AE09F1AB}" dt="2026-05-22T12:55:25.256" v="131" actId="20577"/>
          <ac:spMkLst>
            <pc:docMk/>
            <pc:sldMk cId="1855452888" sldId="1422"/>
            <ac:spMk id="3" creationId="{7D8A9BDB-FDA7-B411-4B96-2E9F57CB57E2}"/>
          </ac:spMkLst>
        </pc:spChg>
      </pc:sldChg>
    </pc:docChg>
  </pc:docChgLst>
  <pc:docChgLst>
    <pc:chgData name="KRASIC Srdjan (OP-EXT)" userId="S::srdjan.krasic@ext.ec.europa.eu::6da91b18-32dc-43bc-a9cc-2ff6f82cb0e8" providerId="AD" clId="Web-{04A35765-5453-51E5-461D-A8E7C1D44C07}"/>
    <pc:docChg chg="modSld">
      <pc:chgData name="KRASIC Srdjan (OP-EXT)" userId="S::srdjan.krasic@ext.ec.europa.eu::6da91b18-32dc-43bc-a9cc-2ff6f82cb0e8" providerId="AD" clId="Web-{04A35765-5453-51E5-461D-A8E7C1D44C07}" dt="2026-06-08T19:43:52.271" v="65" actId="20577"/>
      <pc:docMkLst>
        <pc:docMk/>
      </pc:docMkLst>
      <pc:sldChg chg="modSp">
        <pc:chgData name="KRASIC Srdjan (OP-EXT)" userId="S::srdjan.krasic@ext.ec.europa.eu::6da91b18-32dc-43bc-a9cc-2ff6f82cb0e8" providerId="AD" clId="Web-{04A35765-5453-51E5-461D-A8E7C1D44C07}" dt="2026-06-08T19:43:52.271" v="65" actId="20577"/>
        <pc:sldMkLst>
          <pc:docMk/>
          <pc:sldMk cId="2419242855" sldId="1403"/>
        </pc:sldMkLst>
        <pc:spChg chg="mod">
          <ac:chgData name="KRASIC Srdjan (OP-EXT)" userId="S::srdjan.krasic@ext.ec.europa.eu::6da91b18-32dc-43bc-a9cc-2ff6f82cb0e8" providerId="AD" clId="Web-{04A35765-5453-51E5-461D-A8E7C1D44C07}" dt="2026-06-08T19:43:52.271" v="65" actId="20577"/>
          <ac:spMkLst>
            <pc:docMk/>
            <pc:sldMk cId="2419242855" sldId="1403"/>
            <ac:spMk id="3" creationId="{C76EEE32-05B1-3943-B6B7-F172254DA883}"/>
          </ac:spMkLst>
        </pc:spChg>
      </pc:sldChg>
    </pc:docChg>
  </pc:docChgLst>
  <pc:docChgLst>
    <pc:chgData name="DONOHOE Paul (OP-EXT)" userId="S::paul.donohoe@ext.publications.europa.eu::c9df9133-e9aa-401a-a047-69aff1aabaa4" providerId="AD" clId="Web-{B4D50D38-B124-3A96-B25A-53FA553A7C2D}"/>
    <pc:docChg chg="modSld">
      <pc:chgData name="DONOHOE Paul (OP-EXT)" userId="S::paul.donohoe@ext.publications.europa.eu::c9df9133-e9aa-401a-a047-69aff1aabaa4" providerId="AD" clId="Web-{B4D50D38-B124-3A96-B25A-53FA553A7C2D}" dt="2026-05-26T10:05:20.376" v="170"/>
      <pc:docMkLst>
        <pc:docMk/>
      </pc:docMkLst>
      <pc:sldChg chg="modSp">
        <pc:chgData name="DONOHOE Paul (OP-EXT)" userId="S::paul.donohoe@ext.publications.europa.eu::c9df9133-e9aa-401a-a047-69aff1aabaa4" providerId="AD" clId="Web-{B4D50D38-B124-3A96-B25A-53FA553A7C2D}" dt="2026-05-26T10:03:59.686" v="129" actId="20577"/>
        <pc:sldMkLst>
          <pc:docMk/>
          <pc:sldMk cId="2419242855" sldId="1403"/>
        </pc:sldMkLst>
        <pc:spChg chg="mod">
          <ac:chgData name="DONOHOE Paul (OP-EXT)" userId="S::paul.donohoe@ext.publications.europa.eu::c9df9133-e9aa-401a-a047-69aff1aabaa4" providerId="AD" clId="Web-{B4D50D38-B124-3A96-B25A-53FA553A7C2D}" dt="2026-05-26T10:03:59.686" v="129" actId="20577"/>
          <ac:spMkLst>
            <pc:docMk/>
            <pc:sldMk cId="2419242855" sldId="1403"/>
            <ac:spMk id="3" creationId="{C76EEE32-05B1-3943-B6B7-F172254DA883}"/>
          </ac:spMkLst>
        </pc:spChg>
      </pc:sldChg>
      <pc:sldChg chg="modSp modNotes">
        <pc:chgData name="DONOHOE Paul (OP-EXT)" userId="S::paul.donohoe@ext.publications.europa.eu::c9df9133-e9aa-401a-a047-69aff1aabaa4" providerId="AD" clId="Web-{B4D50D38-B124-3A96-B25A-53FA553A7C2D}" dt="2026-05-26T10:05:20.376" v="170"/>
        <pc:sldMkLst>
          <pc:docMk/>
          <pc:sldMk cId="3700328532" sldId="1408"/>
        </pc:sldMkLst>
        <pc:spChg chg="mod">
          <ac:chgData name="DONOHOE Paul (OP-EXT)" userId="S::paul.donohoe@ext.publications.europa.eu::c9df9133-e9aa-401a-a047-69aff1aabaa4" providerId="AD" clId="Web-{B4D50D38-B124-3A96-B25A-53FA553A7C2D}" dt="2026-05-26T10:05:04.907" v="153" actId="20577"/>
          <ac:spMkLst>
            <pc:docMk/>
            <pc:sldMk cId="3700328532" sldId="1408"/>
            <ac:spMk id="3" creationId="{93CE2629-F9EF-7A93-FD2C-D3730294CEAF}"/>
          </ac:spMkLst>
        </pc:spChg>
      </pc:sldChg>
      <pc:sldChg chg="modSp">
        <pc:chgData name="DONOHOE Paul (OP-EXT)" userId="S::paul.donohoe@ext.publications.europa.eu::c9df9133-e9aa-401a-a047-69aff1aabaa4" providerId="AD" clId="Web-{B4D50D38-B124-3A96-B25A-53FA553A7C2D}" dt="2026-05-26T09:39:30.895" v="49" actId="20577"/>
        <pc:sldMkLst>
          <pc:docMk/>
          <pc:sldMk cId="2699462789" sldId="1417"/>
        </pc:sldMkLst>
        <pc:spChg chg="mod">
          <ac:chgData name="DONOHOE Paul (OP-EXT)" userId="S::paul.donohoe@ext.publications.europa.eu::c9df9133-e9aa-401a-a047-69aff1aabaa4" providerId="AD" clId="Web-{B4D50D38-B124-3A96-B25A-53FA553A7C2D}" dt="2026-05-26T09:39:30.895" v="49" actId="20577"/>
          <ac:spMkLst>
            <pc:docMk/>
            <pc:sldMk cId="2699462789" sldId="1417"/>
            <ac:spMk id="5" creationId="{9ABF5060-D86C-F134-069D-7748A6B0A502}"/>
          </ac:spMkLst>
        </pc:spChg>
      </pc:sldChg>
      <pc:sldChg chg="modSp">
        <pc:chgData name="DONOHOE Paul (OP-EXT)" userId="S::paul.donohoe@ext.publications.europa.eu::c9df9133-e9aa-401a-a047-69aff1aabaa4" providerId="AD" clId="Web-{B4D50D38-B124-3A96-B25A-53FA553A7C2D}" dt="2026-05-26T09:39:38.739" v="51" actId="20577"/>
        <pc:sldMkLst>
          <pc:docMk/>
          <pc:sldMk cId="3654597332" sldId="1418"/>
        </pc:sldMkLst>
        <pc:spChg chg="mod">
          <ac:chgData name="DONOHOE Paul (OP-EXT)" userId="S::paul.donohoe@ext.publications.europa.eu::c9df9133-e9aa-401a-a047-69aff1aabaa4" providerId="AD" clId="Web-{B4D50D38-B124-3A96-B25A-53FA553A7C2D}" dt="2026-05-26T09:39:38.739" v="51" actId="20577"/>
          <ac:spMkLst>
            <pc:docMk/>
            <pc:sldMk cId="3654597332" sldId="1418"/>
            <ac:spMk id="5" creationId="{F9364E06-FCDE-3F7A-A668-7F06980C1C5C}"/>
          </ac:spMkLst>
        </pc:spChg>
      </pc:sldChg>
      <pc:sldChg chg="modSp">
        <pc:chgData name="DONOHOE Paul (OP-EXT)" userId="S::paul.donohoe@ext.publications.europa.eu::c9df9133-e9aa-401a-a047-69aff1aabaa4" providerId="AD" clId="Web-{B4D50D38-B124-3A96-B25A-53FA553A7C2D}" dt="2026-05-26T09:39:42.286" v="52" actId="20577"/>
        <pc:sldMkLst>
          <pc:docMk/>
          <pc:sldMk cId="1849753633" sldId="1419"/>
        </pc:sldMkLst>
        <pc:spChg chg="mod">
          <ac:chgData name="DONOHOE Paul (OP-EXT)" userId="S::paul.donohoe@ext.publications.europa.eu::c9df9133-e9aa-401a-a047-69aff1aabaa4" providerId="AD" clId="Web-{B4D50D38-B124-3A96-B25A-53FA553A7C2D}" dt="2026-05-26T09:39:42.286" v="52" actId="20577"/>
          <ac:spMkLst>
            <pc:docMk/>
            <pc:sldMk cId="1849753633" sldId="1419"/>
            <ac:spMk id="5" creationId="{6441FC53-4908-2481-AD2C-6F5024EF432F}"/>
          </ac:spMkLst>
        </pc:spChg>
      </pc:sldChg>
      <pc:sldChg chg="modNotes">
        <pc:chgData name="DONOHOE Paul (OP-EXT)" userId="S::paul.donohoe@ext.publications.europa.eu::c9df9133-e9aa-401a-a047-69aff1aabaa4" providerId="AD" clId="Web-{B4D50D38-B124-3A96-B25A-53FA553A7C2D}" dt="2026-05-26T09:08:48.041" v="27"/>
        <pc:sldMkLst>
          <pc:docMk/>
          <pc:sldMk cId="1360176188" sldId="1420"/>
        </pc:sldMkLst>
      </pc:sldChg>
      <pc:sldChg chg="modSp">
        <pc:chgData name="DONOHOE Paul (OP-EXT)" userId="S::paul.donohoe@ext.publications.europa.eu::c9df9133-e9aa-401a-a047-69aff1aabaa4" providerId="AD" clId="Web-{B4D50D38-B124-3A96-B25A-53FA553A7C2D}" dt="2026-05-26T09:50:45.702" v="78" actId="20577"/>
        <pc:sldMkLst>
          <pc:docMk/>
          <pc:sldMk cId="1855452888" sldId="1422"/>
        </pc:sldMkLst>
        <pc:spChg chg="mod">
          <ac:chgData name="DONOHOE Paul (OP-EXT)" userId="S::paul.donohoe@ext.publications.europa.eu::c9df9133-e9aa-401a-a047-69aff1aabaa4" providerId="AD" clId="Web-{B4D50D38-B124-3A96-B25A-53FA553A7C2D}" dt="2026-05-26T09:50:45.702" v="78" actId="20577"/>
          <ac:spMkLst>
            <pc:docMk/>
            <pc:sldMk cId="1855452888" sldId="1422"/>
            <ac:spMk id="3" creationId="{7D8A9BDB-FDA7-B411-4B96-2E9F57CB57E2}"/>
          </ac:spMkLst>
        </pc:spChg>
      </pc:sldChg>
    </pc:docChg>
  </pc:docChgLst>
  <pc:docChgLst>
    <pc:chgData name="DONOHOE Paul (OP-EXT)" userId="S::paul.donohoe@ext.publications.europa.eu::c9df9133-e9aa-401a-a047-69aff1aabaa4" providerId="AD" clId="Web-{E0019F40-253B-B092-9B57-6C27EB784B89}"/>
    <pc:docChg chg="modSld sldOrd">
      <pc:chgData name="DONOHOE Paul (OP-EXT)" userId="S::paul.donohoe@ext.publications.europa.eu::c9df9133-e9aa-401a-a047-69aff1aabaa4" providerId="AD" clId="Web-{E0019F40-253B-B092-9B57-6C27EB784B89}" dt="2026-06-09T08:39:03.392" v="4" actId="20577"/>
      <pc:docMkLst>
        <pc:docMk/>
      </pc:docMkLst>
      <pc:sldChg chg="ord">
        <pc:chgData name="DONOHOE Paul (OP-EXT)" userId="S::paul.donohoe@ext.publications.europa.eu::c9df9133-e9aa-401a-a047-69aff1aabaa4" providerId="AD" clId="Web-{E0019F40-253B-B092-9B57-6C27EB784B89}" dt="2026-06-09T08:36:00.494" v="0"/>
        <pc:sldMkLst>
          <pc:docMk/>
          <pc:sldMk cId="3654597332" sldId="1418"/>
        </pc:sldMkLst>
      </pc:sldChg>
      <pc:sldChg chg="modSp modCm">
        <pc:chgData name="DONOHOE Paul (OP-EXT)" userId="S::paul.donohoe@ext.publications.europa.eu::c9df9133-e9aa-401a-a047-69aff1aabaa4" providerId="AD" clId="Web-{E0019F40-253B-B092-9B57-6C27EB784B89}" dt="2026-06-09T08:39:03.392" v="4" actId="20577"/>
        <pc:sldMkLst>
          <pc:docMk/>
          <pc:sldMk cId="1849753633" sldId="1419"/>
        </pc:sldMkLst>
        <pc:spChg chg="mod">
          <ac:chgData name="DONOHOE Paul (OP-EXT)" userId="S::paul.donohoe@ext.publications.europa.eu::c9df9133-e9aa-401a-a047-69aff1aabaa4" providerId="AD" clId="Web-{E0019F40-253B-B092-9B57-6C27EB784B89}" dt="2026-06-09T08:39:03.392" v="4" actId="20577"/>
          <ac:spMkLst>
            <pc:docMk/>
            <pc:sldMk cId="1849753633" sldId="1419"/>
            <ac:spMk id="5" creationId="{6441FC53-4908-2481-AD2C-6F5024EF432F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mod">
              <pc226:chgData name="DONOHOE Paul (OP-EXT)" userId="S::paul.donohoe@ext.publications.europa.eu::c9df9133-e9aa-401a-a047-69aff1aabaa4" providerId="AD" clId="Web-{E0019F40-253B-B092-9B57-6C27EB784B89}" dt="2026-06-09T08:39:03.392" v="4" actId="20577"/>
              <pc2:cmMkLst xmlns:pc2="http://schemas.microsoft.com/office/powerpoint/2019/9/main/command">
                <pc:docMk/>
                <pc:sldMk cId="1849753633" sldId="1419"/>
                <pc2:cmMk id="{78C6353A-5ACB-4BA4-BAC1-08708F57B30C}"/>
              </pc2:cmMkLst>
            </pc226:cmChg>
            <pc226:cmChg xmlns:pc226="http://schemas.microsoft.com/office/powerpoint/2022/06/main/command" chg="mod">
              <pc226:chgData name="DONOHOE Paul (OP-EXT)" userId="S::paul.donohoe@ext.publications.europa.eu::c9df9133-e9aa-401a-a047-69aff1aabaa4" providerId="AD" clId="Web-{E0019F40-253B-B092-9B57-6C27EB784B89}" dt="2026-06-09T08:39:03.392" v="4" actId="20577"/>
              <pc2:cmMkLst xmlns:pc2="http://schemas.microsoft.com/office/powerpoint/2019/9/main/command">
                <pc:docMk/>
                <pc:sldMk cId="1849753633" sldId="1419"/>
                <pc2:cmMk id="{68AE4B65-1292-4296-8442-41C1DE84C894}"/>
              </pc2:cmMkLst>
            </pc226:cmChg>
          </p:ext>
        </pc:extLst>
      </pc:sldChg>
    </pc:docChg>
  </pc:docChgLst>
  <pc:docChgLst>
    <pc:chgData name="KRASIC Srdjan (OP-EXT)" userId="S::srdjan.krasic@ext.ec.europa.eu::6da91b18-32dc-43bc-a9cc-2ff6f82cb0e8" providerId="AD" clId="Web-{D70C1FEB-295E-8F8B-383E-4E4563ABA334}"/>
    <pc:docChg chg="modSld">
      <pc:chgData name="KRASIC Srdjan (OP-EXT)" userId="S::srdjan.krasic@ext.ec.europa.eu::6da91b18-32dc-43bc-a9cc-2ff6f82cb0e8" providerId="AD" clId="Web-{D70C1FEB-295E-8F8B-383E-4E4563ABA334}" dt="2026-06-09T13:10:35.813" v="6" actId="20577"/>
      <pc:docMkLst>
        <pc:docMk/>
      </pc:docMkLst>
      <pc:sldChg chg="modSp">
        <pc:chgData name="KRASIC Srdjan (OP-EXT)" userId="S::srdjan.krasic@ext.ec.europa.eu::6da91b18-32dc-43bc-a9cc-2ff6f82cb0e8" providerId="AD" clId="Web-{D70C1FEB-295E-8F8B-383E-4E4563ABA334}" dt="2026-06-09T13:10:35.813" v="6" actId="20577"/>
        <pc:sldMkLst>
          <pc:docMk/>
          <pc:sldMk cId="3777327881" sldId="259"/>
        </pc:sldMkLst>
        <pc:spChg chg="mod">
          <ac:chgData name="KRASIC Srdjan (OP-EXT)" userId="S::srdjan.krasic@ext.ec.europa.eu::6da91b18-32dc-43bc-a9cc-2ff6f82cb0e8" providerId="AD" clId="Web-{D70C1FEB-295E-8F8B-383E-4E4563ABA334}" dt="2026-06-09T13:10:35.813" v="6" actId="20577"/>
          <ac:spMkLst>
            <pc:docMk/>
            <pc:sldMk cId="3777327881" sldId="259"/>
            <ac:spMk id="18" creationId="{37F7CF56-95DD-32F5-E7F0-77DDD56B57E1}"/>
          </ac:spMkLst>
        </pc:spChg>
      </pc:sldChg>
    </pc:docChg>
  </pc:docChgLst>
  <pc:docChgLst>
    <pc:chgData name="YFANTI Sevasti (OP-EXT)" userId="S::sevasti.yfanti@ext.ec.europa.eu::7c42bec1-26c8-4f31-ac03-7337768c55f5" providerId="AD" clId="Web-{BE359CB9-F3B2-7C44-DA59-701EA4C9D921}"/>
    <pc:docChg chg="modSld">
      <pc:chgData name="YFANTI Sevasti (OP-EXT)" userId="S::sevasti.yfanti@ext.ec.europa.eu::7c42bec1-26c8-4f31-ac03-7337768c55f5" providerId="AD" clId="Web-{BE359CB9-F3B2-7C44-DA59-701EA4C9D921}" dt="2026-05-26T14:22:09.559" v="105" actId="20577"/>
      <pc:docMkLst>
        <pc:docMk/>
      </pc:docMkLst>
      <pc:sldChg chg="modSp">
        <pc:chgData name="YFANTI Sevasti (OP-EXT)" userId="S::sevasti.yfanti@ext.ec.europa.eu::7c42bec1-26c8-4f31-ac03-7337768c55f5" providerId="AD" clId="Web-{BE359CB9-F3B2-7C44-DA59-701EA4C9D921}" dt="2026-05-26T14:16:45.725" v="5" actId="20577"/>
        <pc:sldMkLst>
          <pc:docMk/>
          <pc:sldMk cId="1360176188" sldId="1420"/>
        </pc:sldMkLst>
        <pc:spChg chg="mod">
          <ac:chgData name="YFANTI Sevasti (OP-EXT)" userId="S::sevasti.yfanti@ext.ec.europa.eu::7c42bec1-26c8-4f31-ac03-7337768c55f5" providerId="AD" clId="Web-{BE359CB9-F3B2-7C44-DA59-701EA4C9D921}" dt="2026-05-26T14:16:45.725" v="5" actId="20577"/>
          <ac:spMkLst>
            <pc:docMk/>
            <pc:sldMk cId="1360176188" sldId="1420"/>
            <ac:spMk id="9" creationId="{4DFC0EF3-9841-0744-6F72-CB5E722CE34B}"/>
          </ac:spMkLst>
        </pc:spChg>
      </pc:sldChg>
      <pc:sldChg chg="modSp">
        <pc:chgData name="YFANTI Sevasti (OP-EXT)" userId="S::sevasti.yfanti@ext.ec.europa.eu::7c42bec1-26c8-4f31-ac03-7337768c55f5" providerId="AD" clId="Web-{BE359CB9-F3B2-7C44-DA59-701EA4C9D921}" dt="2026-05-26T14:22:09.559" v="105" actId="20577"/>
        <pc:sldMkLst>
          <pc:docMk/>
          <pc:sldMk cId="194845558" sldId="1421"/>
        </pc:sldMkLst>
        <pc:spChg chg="mod">
          <ac:chgData name="YFANTI Sevasti (OP-EXT)" userId="S::sevasti.yfanti@ext.ec.europa.eu::7c42bec1-26c8-4f31-ac03-7337768c55f5" providerId="AD" clId="Web-{BE359CB9-F3B2-7C44-DA59-701EA4C9D921}" dt="2026-05-26T14:22:09.559" v="105" actId="20577"/>
          <ac:spMkLst>
            <pc:docMk/>
            <pc:sldMk cId="194845558" sldId="1421"/>
            <ac:spMk id="4" creationId="{AC195AC9-43A6-048B-382D-618B79F10F7F}"/>
          </ac:spMkLst>
        </pc:spChg>
      </pc:sldChg>
    </pc:docChg>
  </pc:docChgLst>
  <pc:docChgLst>
    <pc:chgData name="DONOHOE Paul (OP-EXT)" userId="S::paul.donohoe@ext.publications.europa.eu::c9df9133-e9aa-401a-a047-69aff1aabaa4" providerId="AD" clId="Web-{E6387D9F-B183-C0F6-F8D7-819C323AEC56}"/>
    <pc:docChg chg="modSld">
      <pc:chgData name="DONOHOE Paul (OP-EXT)" userId="S::paul.donohoe@ext.publications.europa.eu::c9df9133-e9aa-401a-a047-69aff1aabaa4" providerId="AD" clId="Web-{E6387D9F-B183-C0F6-F8D7-819C323AEC56}" dt="2026-05-28T07:42:08.659" v="1456"/>
      <pc:docMkLst>
        <pc:docMk/>
      </pc:docMkLst>
      <pc:sldChg chg="modNotes">
        <pc:chgData name="DONOHOE Paul (OP-EXT)" userId="S::paul.donohoe@ext.publications.europa.eu::c9df9133-e9aa-401a-a047-69aff1aabaa4" providerId="AD" clId="Web-{E6387D9F-B183-C0F6-F8D7-819C323AEC56}" dt="2026-05-28T07:32:55.651" v="925"/>
        <pc:sldMkLst>
          <pc:docMk/>
          <pc:sldMk cId="2699462789" sldId="1417"/>
        </pc:sldMkLst>
      </pc:sldChg>
      <pc:sldChg chg="modSp modNotes">
        <pc:chgData name="DONOHOE Paul (OP-EXT)" userId="S::paul.donohoe@ext.publications.europa.eu::c9df9133-e9aa-401a-a047-69aff1aabaa4" providerId="AD" clId="Web-{E6387D9F-B183-C0F6-F8D7-819C323AEC56}" dt="2026-05-28T07:39:03.229" v="1299"/>
        <pc:sldMkLst>
          <pc:docMk/>
          <pc:sldMk cId="3654597332" sldId="1418"/>
        </pc:sldMkLst>
        <pc:spChg chg="mod">
          <ac:chgData name="DONOHOE Paul (OP-EXT)" userId="S::paul.donohoe@ext.publications.europa.eu::c9df9133-e9aa-401a-a047-69aff1aabaa4" providerId="AD" clId="Web-{E6387D9F-B183-C0F6-F8D7-819C323AEC56}" dt="2026-05-28T07:38:23.165" v="1298" actId="20577"/>
          <ac:spMkLst>
            <pc:docMk/>
            <pc:sldMk cId="3654597332" sldId="1418"/>
            <ac:spMk id="5" creationId="{F9364E06-FCDE-3F7A-A668-7F06980C1C5C}"/>
          </ac:spMkLst>
        </pc:spChg>
      </pc:sldChg>
      <pc:sldChg chg="modSp modNotes">
        <pc:chgData name="DONOHOE Paul (OP-EXT)" userId="S::paul.donohoe@ext.publications.europa.eu::c9df9133-e9aa-401a-a047-69aff1aabaa4" providerId="AD" clId="Web-{E6387D9F-B183-C0F6-F8D7-819C323AEC56}" dt="2026-05-28T07:42:08.659" v="1456"/>
        <pc:sldMkLst>
          <pc:docMk/>
          <pc:sldMk cId="1849753633" sldId="1419"/>
        </pc:sldMkLst>
        <pc:spChg chg="mod">
          <ac:chgData name="DONOHOE Paul (OP-EXT)" userId="S::paul.donohoe@ext.publications.europa.eu::c9df9133-e9aa-401a-a047-69aff1aabaa4" providerId="AD" clId="Web-{E6387D9F-B183-C0F6-F8D7-819C323AEC56}" dt="2026-05-28T07:37:57.289" v="1292" actId="20577"/>
          <ac:spMkLst>
            <pc:docMk/>
            <pc:sldMk cId="1849753633" sldId="1419"/>
            <ac:spMk id="5" creationId="{6441FC53-4908-2481-AD2C-6F5024EF432F}"/>
          </ac:spMkLst>
        </pc:spChg>
      </pc:sldChg>
      <pc:sldChg chg="modSp modNotes">
        <pc:chgData name="DONOHOE Paul (OP-EXT)" userId="S::paul.donohoe@ext.publications.europa.eu::c9df9133-e9aa-401a-a047-69aff1aabaa4" providerId="AD" clId="Web-{E6387D9F-B183-C0F6-F8D7-819C323AEC56}" dt="2026-05-28T07:19:05.585" v="453"/>
        <pc:sldMkLst>
          <pc:docMk/>
          <pc:sldMk cId="1855452888" sldId="1422"/>
        </pc:sldMkLst>
        <pc:spChg chg="mod">
          <ac:chgData name="DONOHOE Paul (OP-EXT)" userId="S::paul.donohoe@ext.publications.europa.eu::c9df9133-e9aa-401a-a047-69aff1aabaa4" providerId="AD" clId="Web-{E6387D9F-B183-C0F6-F8D7-819C323AEC56}" dt="2026-05-28T07:07:23.337" v="184" actId="20577"/>
          <ac:spMkLst>
            <pc:docMk/>
            <pc:sldMk cId="1855452888" sldId="1422"/>
            <ac:spMk id="3" creationId="{7D8A9BDB-FDA7-B411-4B96-2E9F57CB57E2}"/>
          </ac:spMkLst>
        </pc:spChg>
      </pc:sldChg>
    </pc:docChg>
  </pc:docChgLst>
  <pc:docChgLst>
    <pc:chgData name="KRASIC Srdjan (OP-EXT)" userId="S::srdjan.krasic@ext.ec.europa.eu::6da91b18-32dc-43bc-a9cc-2ff6f82cb0e8" providerId="AD" clId="Web-{A8406028-A772-858E-35E4-918BBF61E412}"/>
    <pc:docChg chg="addSld modSld sldOrd modSection">
      <pc:chgData name="KRASIC Srdjan (OP-EXT)" userId="S::srdjan.krasic@ext.ec.europa.eu::6da91b18-32dc-43bc-a9cc-2ff6f82cb0e8" providerId="AD" clId="Web-{A8406028-A772-858E-35E4-918BBF61E412}" dt="2026-05-21T14:16:06.636" v="145" actId="20577"/>
      <pc:docMkLst>
        <pc:docMk/>
      </pc:docMkLst>
      <pc:sldChg chg="modSp">
        <pc:chgData name="KRASIC Srdjan (OP-EXT)" userId="S::srdjan.krasic@ext.ec.europa.eu::6da91b18-32dc-43bc-a9cc-2ff6f82cb0e8" providerId="AD" clId="Web-{A8406028-A772-858E-35E4-918BBF61E412}" dt="2026-05-21T14:04:09.944" v="115" actId="20577"/>
        <pc:sldMkLst>
          <pc:docMk/>
          <pc:sldMk cId="255292099" sldId="258"/>
        </pc:sldMkLst>
        <pc:spChg chg="mod">
          <ac:chgData name="KRASIC Srdjan (OP-EXT)" userId="S::srdjan.krasic@ext.ec.europa.eu::6da91b18-32dc-43bc-a9cc-2ff6f82cb0e8" providerId="AD" clId="Web-{A8406028-A772-858E-35E4-918BBF61E412}" dt="2026-05-21T14:04:09.944" v="115" actId="20577"/>
          <ac:spMkLst>
            <pc:docMk/>
            <pc:sldMk cId="255292099" sldId="258"/>
            <ac:spMk id="9" creationId="{67AD3164-9F40-E8FE-4B28-F9581136DD43}"/>
          </ac:spMkLst>
        </pc:spChg>
      </pc:sldChg>
      <pc:sldChg chg="modSp">
        <pc:chgData name="KRASIC Srdjan (OP-EXT)" userId="S::srdjan.krasic@ext.ec.europa.eu::6da91b18-32dc-43bc-a9cc-2ff6f82cb0e8" providerId="AD" clId="Web-{A8406028-A772-858E-35E4-918BBF61E412}" dt="2026-05-21T13:39:33.552" v="17"/>
        <pc:sldMkLst>
          <pc:docMk/>
          <pc:sldMk cId="981817496" sldId="1400"/>
        </pc:sldMkLst>
        <pc:graphicFrameChg chg="mod modGraphic">
          <ac:chgData name="KRASIC Srdjan (OP-EXT)" userId="S::srdjan.krasic@ext.ec.europa.eu::6da91b18-32dc-43bc-a9cc-2ff6f82cb0e8" providerId="AD" clId="Web-{A8406028-A772-858E-35E4-918BBF61E412}" dt="2026-05-21T13:39:33.552" v="17"/>
          <ac:graphicFrameMkLst>
            <pc:docMk/>
            <pc:sldMk cId="981817496" sldId="1400"/>
            <ac:graphicFrameMk id="4" creationId="{42F66917-925C-88A0-2E14-9BC390E596EE}"/>
          </ac:graphicFrameMkLst>
        </pc:graphicFrameChg>
      </pc:sldChg>
      <pc:sldChg chg="modSp">
        <pc:chgData name="KRASIC Srdjan (OP-EXT)" userId="S::srdjan.krasic@ext.ec.europa.eu::6da91b18-32dc-43bc-a9cc-2ff6f82cb0e8" providerId="AD" clId="Web-{A8406028-A772-858E-35E4-918BBF61E412}" dt="2026-05-21T14:16:06.636" v="145" actId="20577"/>
        <pc:sldMkLst>
          <pc:docMk/>
          <pc:sldMk cId="2419242855" sldId="1403"/>
        </pc:sldMkLst>
        <pc:spChg chg="mod">
          <ac:chgData name="KRASIC Srdjan (OP-EXT)" userId="S::srdjan.krasic@ext.ec.europa.eu::6da91b18-32dc-43bc-a9cc-2ff6f82cb0e8" providerId="AD" clId="Web-{A8406028-A772-858E-35E4-918BBF61E412}" dt="2026-05-21T14:05:04.163" v="117" actId="20577"/>
          <ac:spMkLst>
            <pc:docMk/>
            <pc:sldMk cId="2419242855" sldId="1403"/>
            <ac:spMk id="2" creationId="{F20262FE-51C3-9547-9ED8-C7F938F2B0AA}"/>
          </ac:spMkLst>
        </pc:spChg>
        <pc:spChg chg="mod">
          <ac:chgData name="KRASIC Srdjan (OP-EXT)" userId="S::srdjan.krasic@ext.ec.europa.eu::6da91b18-32dc-43bc-a9cc-2ff6f82cb0e8" providerId="AD" clId="Web-{A8406028-A772-858E-35E4-918BBF61E412}" dt="2026-05-21T14:16:06.636" v="145" actId="20577"/>
          <ac:spMkLst>
            <pc:docMk/>
            <pc:sldMk cId="2419242855" sldId="1403"/>
            <ac:spMk id="3" creationId="{C76EEE32-05B1-3943-B6B7-F172254DA883}"/>
          </ac:spMkLst>
        </pc:spChg>
      </pc:sldChg>
      <pc:sldChg chg="modSp">
        <pc:chgData name="KRASIC Srdjan (OP-EXT)" userId="S::srdjan.krasic@ext.ec.europa.eu::6da91b18-32dc-43bc-a9cc-2ff6f82cb0e8" providerId="AD" clId="Web-{A8406028-A772-858E-35E4-918BBF61E412}" dt="2026-05-21T14:05:16.601" v="119" actId="20577"/>
        <pc:sldMkLst>
          <pc:docMk/>
          <pc:sldMk cId="3700328532" sldId="1408"/>
        </pc:sldMkLst>
        <pc:spChg chg="mod">
          <ac:chgData name="KRASIC Srdjan (OP-EXT)" userId="S::srdjan.krasic@ext.ec.europa.eu::6da91b18-32dc-43bc-a9cc-2ff6f82cb0e8" providerId="AD" clId="Web-{A8406028-A772-858E-35E4-918BBF61E412}" dt="2026-05-21T14:05:16.601" v="119" actId="20577"/>
          <ac:spMkLst>
            <pc:docMk/>
            <pc:sldMk cId="3700328532" sldId="1408"/>
            <ac:spMk id="2" creationId="{445F8046-0E9D-FCCE-E14C-F03BD8373AA3}"/>
          </ac:spMkLst>
        </pc:spChg>
        <pc:spChg chg="mod">
          <ac:chgData name="KRASIC Srdjan (OP-EXT)" userId="S::srdjan.krasic@ext.ec.europa.eu::6da91b18-32dc-43bc-a9cc-2ff6f82cb0e8" providerId="AD" clId="Web-{A8406028-A772-858E-35E4-918BBF61E412}" dt="2026-05-21T13:58:58.271" v="76" actId="20577"/>
          <ac:spMkLst>
            <pc:docMk/>
            <pc:sldMk cId="3700328532" sldId="1408"/>
            <ac:spMk id="3" creationId="{93CE2629-F9EF-7A93-FD2C-D3730294CEAF}"/>
          </ac:spMkLst>
        </pc:spChg>
      </pc:sldChg>
      <pc:sldChg chg="delSp modSp add ord replId">
        <pc:chgData name="KRASIC Srdjan (OP-EXT)" userId="S::srdjan.krasic@ext.ec.europa.eu::6da91b18-32dc-43bc-a9cc-2ff6f82cb0e8" providerId="AD" clId="Web-{A8406028-A772-858E-35E4-918BBF61E412}" dt="2026-05-21T13:49:05.468" v="51" actId="20577"/>
        <pc:sldMkLst>
          <pc:docMk/>
          <pc:sldMk cId="1855452888" sldId="1422"/>
        </pc:sldMkLst>
        <pc:spChg chg="mod">
          <ac:chgData name="KRASIC Srdjan (OP-EXT)" userId="S::srdjan.krasic@ext.ec.europa.eu::6da91b18-32dc-43bc-a9cc-2ff6f82cb0e8" providerId="AD" clId="Web-{A8406028-A772-858E-35E4-918BBF61E412}" dt="2026-05-21T13:48:40.874" v="40" actId="20577"/>
          <ac:spMkLst>
            <pc:docMk/>
            <pc:sldMk cId="1855452888" sldId="1422"/>
            <ac:spMk id="2" creationId="{BBB4B94F-0613-388D-58C2-A94A8C0BE49E}"/>
          </ac:spMkLst>
        </pc:spChg>
        <pc:spChg chg="mod">
          <ac:chgData name="KRASIC Srdjan (OP-EXT)" userId="S::srdjan.krasic@ext.ec.europa.eu::6da91b18-32dc-43bc-a9cc-2ff6f82cb0e8" providerId="AD" clId="Web-{A8406028-A772-858E-35E4-918BBF61E412}" dt="2026-05-21T13:49:05.468" v="51" actId="20577"/>
          <ac:spMkLst>
            <pc:docMk/>
            <pc:sldMk cId="1855452888" sldId="1422"/>
            <ac:spMk id="3" creationId="{7D8A9BDB-FDA7-B411-4B96-2E9F57CB57E2}"/>
          </ac:spMkLst>
        </pc:spChg>
      </pc:sldChg>
    </pc:docChg>
  </pc:docChgLst>
  <pc:docChgLst>
    <pc:chgData name="DONOHOE Paul (OP-EXT)" userId="S::paul.donohoe@ext.publications.europa.eu::c9df9133-e9aa-401a-a047-69aff1aabaa4" providerId="AD" clId="Web-{CA7D48B9-D6CB-8A7A-C251-630C823E82D8}"/>
    <pc:docChg chg="modSld">
      <pc:chgData name="DONOHOE Paul (OP-EXT)" userId="S::paul.donohoe@ext.publications.europa.eu::c9df9133-e9aa-401a-a047-69aff1aabaa4" providerId="AD" clId="Web-{CA7D48B9-D6CB-8A7A-C251-630C823E82D8}" dt="2026-06-01T07:57:16.108" v="79"/>
      <pc:docMkLst>
        <pc:docMk/>
      </pc:docMkLst>
      <pc:sldChg chg="modNotes">
        <pc:chgData name="DONOHOE Paul (OP-EXT)" userId="S::paul.donohoe@ext.publications.europa.eu::c9df9133-e9aa-401a-a047-69aff1aabaa4" providerId="AD" clId="Web-{CA7D48B9-D6CB-8A7A-C251-630C823E82D8}" dt="2026-06-01T07:45:42.300" v="68"/>
        <pc:sldMkLst>
          <pc:docMk/>
          <pc:sldMk cId="2699462789" sldId="1417"/>
        </pc:sldMkLst>
      </pc:sldChg>
      <pc:sldChg chg="modNotes">
        <pc:chgData name="DONOHOE Paul (OP-EXT)" userId="S::paul.donohoe@ext.publications.europa.eu::c9df9133-e9aa-401a-a047-69aff1aabaa4" providerId="AD" clId="Web-{CA7D48B9-D6CB-8A7A-C251-630C823E82D8}" dt="2026-06-01T07:55:58.621" v="72"/>
        <pc:sldMkLst>
          <pc:docMk/>
          <pc:sldMk cId="3654597332" sldId="1418"/>
        </pc:sldMkLst>
      </pc:sldChg>
      <pc:sldChg chg="modNotes">
        <pc:chgData name="DONOHOE Paul (OP-EXT)" userId="S::paul.donohoe@ext.publications.europa.eu::c9df9133-e9aa-401a-a047-69aff1aabaa4" providerId="AD" clId="Web-{CA7D48B9-D6CB-8A7A-C251-630C823E82D8}" dt="2026-06-01T07:57:16.108" v="79"/>
        <pc:sldMkLst>
          <pc:docMk/>
          <pc:sldMk cId="1849753633" sldId="1419"/>
        </pc:sldMkLst>
      </pc:sldChg>
    </pc:docChg>
  </pc:docChgLst>
  <pc:docChgLst>
    <pc:chgData name="DONOHOE Paul (OP-EXT)" userId="c9df9133-e9aa-401a-a047-69aff1aabaa4" providerId="ADAL" clId="{FF0E4331-F76A-49E2-AE24-5ABE3B435529}"/>
    <pc:docChg chg="custSel modSld">
      <pc:chgData name="DONOHOE Paul (OP-EXT)" userId="c9df9133-e9aa-401a-a047-69aff1aabaa4" providerId="ADAL" clId="{FF0E4331-F76A-49E2-AE24-5ABE3B435529}" dt="2026-06-09T11:52:40.505" v="290" actId="20577"/>
      <pc:docMkLst>
        <pc:docMk/>
      </pc:docMkLst>
      <pc:sldChg chg="modSp mod">
        <pc:chgData name="DONOHOE Paul (OP-EXT)" userId="c9df9133-e9aa-401a-a047-69aff1aabaa4" providerId="ADAL" clId="{FF0E4331-F76A-49E2-AE24-5ABE3B435529}" dt="2026-06-09T09:34:16.903" v="52" actId="20577"/>
        <pc:sldMkLst>
          <pc:docMk/>
          <pc:sldMk cId="2419242855" sldId="1403"/>
        </pc:sldMkLst>
        <pc:spChg chg="mod">
          <ac:chgData name="DONOHOE Paul (OP-EXT)" userId="c9df9133-e9aa-401a-a047-69aff1aabaa4" providerId="ADAL" clId="{FF0E4331-F76A-49E2-AE24-5ABE3B435529}" dt="2026-06-09T09:34:16.903" v="52" actId="20577"/>
          <ac:spMkLst>
            <pc:docMk/>
            <pc:sldMk cId="2419242855" sldId="1403"/>
            <ac:spMk id="3" creationId="{C76EEE32-05B1-3943-B6B7-F172254DA883}"/>
          </ac:spMkLst>
        </pc:spChg>
      </pc:sldChg>
      <pc:sldChg chg="modNotesTx">
        <pc:chgData name="DONOHOE Paul (OP-EXT)" userId="c9df9133-e9aa-401a-a047-69aff1aabaa4" providerId="ADAL" clId="{FF0E4331-F76A-49E2-AE24-5ABE3B435529}" dt="2026-06-09T11:52:40.505" v="290" actId="20577"/>
        <pc:sldMkLst>
          <pc:docMk/>
          <pc:sldMk cId="3654597332" sldId="1418"/>
        </pc:sldMkLst>
      </pc:sldChg>
    </pc:docChg>
  </pc:docChgLst>
  <pc:docChgLst>
    <pc:chgData clId="Web-{A8406028-A772-858E-35E4-918BBF61E412}"/>
    <pc:docChg chg="modSld">
      <pc:chgData name="" userId="" providerId="" clId="Web-{A8406028-A772-858E-35E4-918BBF61E412}" dt="2026-05-21T13:49:11.986" v="0" actId="20577"/>
      <pc:docMkLst>
        <pc:docMk/>
      </pc:docMkLst>
      <pc:sldChg chg="modSp">
        <pc:chgData name="" userId="" providerId="" clId="Web-{A8406028-A772-858E-35E4-918BBF61E412}" dt="2026-05-21T13:49:11.986" v="0" actId="20577"/>
        <pc:sldMkLst>
          <pc:docMk/>
          <pc:sldMk cId="1855452888" sldId="1422"/>
        </pc:sldMkLst>
        <pc:spChg chg="mod">
          <ac:chgData name="" userId="" providerId="" clId="Web-{A8406028-A772-858E-35E4-918BBF61E412}" dt="2026-05-21T13:49:11.986" v="0" actId="20577"/>
          <ac:spMkLst>
            <pc:docMk/>
            <pc:sldMk cId="1855452888" sldId="1422"/>
            <ac:spMk id="3" creationId="{7D8A9BDB-FDA7-B411-4B96-2E9F57CB57E2}"/>
          </ac:spMkLst>
        </pc:spChg>
      </pc:sldChg>
    </pc:docChg>
  </pc:docChgLst>
  <pc:docChgLst>
    <pc:chgData name="KRASIC Srdjan (OP-EXT)" userId="S::srdjan.krasic@ext.ec.europa.eu::6da91b18-32dc-43bc-a9cc-2ff6f82cb0e8" providerId="AD" clId="Web-{F2D09C8A-C3C9-240F-AFB5-1EF866F36FEA}"/>
    <pc:docChg chg="modSld">
      <pc:chgData name="KRASIC Srdjan (OP-EXT)" userId="S::srdjan.krasic@ext.ec.europa.eu::6da91b18-32dc-43bc-a9cc-2ff6f82cb0e8" providerId="AD" clId="Web-{F2D09C8A-C3C9-240F-AFB5-1EF866F36FEA}" dt="2026-05-29T11:34:06.593" v="196" actId="20577"/>
      <pc:docMkLst>
        <pc:docMk/>
      </pc:docMkLst>
      <pc:sldChg chg="modSp">
        <pc:chgData name="KRASIC Srdjan (OP-EXT)" userId="S::srdjan.krasic@ext.ec.europa.eu::6da91b18-32dc-43bc-a9cc-2ff6f82cb0e8" providerId="AD" clId="Web-{F2D09C8A-C3C9-240F-AFB5-1EF866F36FEA}" dt="2026-05-29T11:28:48.100" v="177" actId="20577"/>
        <pc:sldMkLst>
          <pc:docMk/>
          <pc:sldMk cId="3777327881" sldId="259"/>
        </pc:sldMkLst>
        <pc:spChg chg="mod">
          <ac:chgData name="KRASIC Srdjan (OP-EXT)" userId="S::srdjan.krasic@ext.ec.europa.eu::6da91b18-32dc-43bc-a9cc-2ff6f82cb0e8" providerId="AD" clId="Web-{F2D09C8A-C3C9-240F-AFB5-1EF866F36FEA}" dt="2026-05-29T11:28:48.100" v="177" actId="20577"/>
          <ac:spMkLst>
            <pc:docMk/>
            <pc:sldMk cId="3777327881" sldId="259"/>
            <ac:spMk id="3" creationId="{C76EEE32-05B1-3943-B6B7-F172254DA883}"/>
          </ac:spMkLst>
        </pc:spChg>
      </pc:sldChg>
      <pc:sldChg chg="modSp">
        <pc:chgData name="KRASIC Srdjan (OP-EXT)" userId="S::srdjan.krasic@ext.ec.europa.eu::6da91b18-32dc-43bc-a9cc-2ff6f82cb0e8" providerId="AD" clId="Web-{F2D09C8A-C3C9-240F-AFB5-1EF866F36FEA}" dt="2026-05-29T11:34:06.593" v="196" actId="20577"/>
        <pc:sldMkLst>
          <pc:docMk/>
          <pc:sldMk cId="2419242855" sldId="1403"/>
        </pc:sldMkLst>
        <pc:spChg chg="mod">
          <ac:chgData name="KRASIC Srdjan (OP-EXT)" userId="S::srdjan.krasic@ext.ec.europa.eu::6da91b18-32dc-43bc-a9cc-2ff6f82cb0e8" providerId="AD" clId="Web-{F2D09C8A-C3C9-240F-AFB5-1EF866F36FEA}" dt="2026-05-29T11:34:06.593" v="196" actId="20577"/>
          <ac:spMkLst>
            <pc:docMk/>
            <pc:sldMk cId="2419242855" sldId="1403"/>
            <ac:spMk id="3" creationId="{C76EEE32-05B1-3943-B6B7-F172254DA883}"/>
          </ac:spMkLst>
        </pc:spChg>
      </pc:sldChg>
    </pc:docChg>
  </pc:docChgLst>
  <pc:docChgLst>
    <pc:chgData name="KRASIC Srdjan (OP-EXT)" userId="S::srdjan.krasic@ext.ec.europa.eu::6da91b18-32dc-43bc-a9cc-2ff6f82cb0e8" providerId="AD" clId="Web-{EF396895-D3C6-4FE9-CA0B-9A5304DD48B9}"/>
    <pc:docChg chg="modSld">
      <pc:chgData name="KRASIC Srdjan (OP-EXT)" userId="S::srdjan.krasic@ext.ec.europa.eu::6da91b18-32dc-43bc-a9cc-2ff6f82cb0e8" providerId="AD" clId="Web-{EF396895-D3C6-4FE9-CA0B-9A5304DD48B9}" dt="2026-06-08T19:48:36.569" v="4" actId="20577"/>
      <pc:docMkLst>
        <pc:docMk/>
      </pc:docMkLst>
      <pc:sldChg chg="modSp">
        <pc:chgData name="KRASIC Srdjan (OP-EXT)" userId="S::srdjan.krasic@ext.ec.europa.eu::6da91b18-32dc-43bc-a9cc-2ff6f82cb0e8" providerId="AD" clId="Web-{EF396895-D3C6-4FE9-CA0B-9A5304DD48B9}" dt="2026-06-08T19:47:55.019" v="0" actId="20577"/>
        <pc:sldMkLst>
          <pc:docMk/>
          <pc:sldMk cId="2699462789" sldId="1417"/>
        </pc:sldMkLst>
        <pc:spChg chg="mod">
          <ac:chgData name="KRASIC Srdjan (OP-EXT)" userId="S::srdjan.krasic@ext.ec.europa.eu::6da91b18-32dc-43bc-a9cc-2ff6f82cb0e8" providerId="AD" clId="Web-{EF396895-D3C6-4FE9-CA0B-9A5304DD48B9}" dt="2026-06-08T19:47:55.019" v="0" actId="20577"/>
          <ac:spMkLst>
            <pc:docMk/>
            <pc:sldMk cId="2699462789" sldId="1417"/>
            <ac:spMk id="2" creationId="{E50ADB50-3F58-336E-5BC6-335254A8877D}"/>
          </ac:spMkLst>
        </pc:spChg>
      </pc:sldChg>
      <pc:sldChg chg="modSp">
        <pc:chgData name="KRASIC Srdjan (OP-EXT)" userId="S::srdjan.krasic@ext.ec.europa.eu::6da91b18-32dc-43bc-a9cc-2ff6f82cb0e8" providerId="AD" clId="Web-{EF396895-D3C6-4FE9-CA0B-9A5304DD48B9}" dt="2026-06-08T19:48:29.694" v="3" actId="20577"/>
        <pc:sldMkLst>
          <pc:docMk/>
          <pc:sldMk cId="3654597332" sldId="1418"/>
        </pc:sldMkLst>
        <pc:spChg chg="mod">
          <ac:chgData name="KRASIC Srdjan (OP-EXT)" userId="S::srdjan.krasic@ext.ec.europa.eu::6da91b18-32dc-43bc-a9cc-2ff6f82cb0e8" providerId="AD" clId="Web-{EF396895-D3C6-4FE9-CA0B-9A5304DD48B9}" dt="2026-06-08T19:48:29.694" v="3" actId="20577"/>
          <ac:spMkLst>
            <pc:docMk/>
            <pc:sldMk cId="3654597332" sldId="1418"/>
            <ac:spMk id="2" creationId="{D70C2FC5-1B46-B4E4-C31E-468AA17263D3}"/>
          </ac:spMkLst>
        </pc:spChg>
      </pc:sldChg>
      <pc:sldChg chg="modSp">
        <pc:chgData name="KRASIC Srdjan (OP-EXT)" userId="S::srdjan.krasic@ext.ec.europa.eu::6da91b18-32dc-43bc-a9cc-2ff6f82cb0e8" providerId="AD" clId="Web-{EF396895-D3C6-4FE9-CA0B-9A5304DD48B9}" dt="2026-06-08T19:48:36.569" v="4" actId="20577"/>
        <pc:sldMkLst>
          <pc:docMk/>
          <pc:sldMk cId="1849753633" sldId="1419"/>
        </pc:sldMkLst>
        <pc:spChg chg="mod">
          <ac:chgData name="KRASIC Srdjan (OP-EXT)" userId="S::srdjan.krasic@ext.ec.europa.eu::6da91b18-32dc-43bc-a9cc-2ff6f82cb0e8" providerId="AD" clId="Web-{EF396895-D3C6-4FE9-CA0B-9A5304DD48B9}" dt="2026-06-08T19:48:36.569" v="4" actId="20577"/>
          <ac:spMkLst>
            <pc:docMk/>
            <pc:sldMk cId="1849753633" sldId="1419"/>
            <ac:spMk id="2" creationId="{0ED33EA1-CB60-0A17-FE41-56415847B7AA}"/>
          </ac:spMkLst>
        </pc:spChg>
      </pc:sldChg>
      <pc:sldChg chg="modSp">
        <pc:chgData name="KRASIC Srdjan (OP-EXT)" userId="S::srdjan.krasic@ext.ec.europa.eu::6da91b18-32dc-43bc-a9cc-2ff6f82cb0e8" providerId="AD" clId="Web-{EF396895-D3C6-4FE9-CA0B-9A5304DD48B9}" dt="2026-06-08T19:48:21.052" v="2" actId="14100"/>
        <pc:sldMkLst>
          <pc:docMk/>
          <pc:sldMk cId="1360176188" sldId="1420"/>
        </pc:sldMkLst>
        <pc:spChg chg="mod">
          <ac:chgData name="KRASIC Srdjan (OP-EXT)" userId="S::srdjan.krasic@ext.ec.europa.eu::6da91b18-32dc-43bc-a9cc-2ff6f82cb0e8" providerId="AD" clId="Web-{EF396895-D3C6-4FE9-CA0B-9A5304DD48B9}" dt="2026-06-08T19:48:21.052" v="2" actId="14100"/>
          <ac:spMkLst>
            <pc:docMk/>
            <pc:sldMk cId="1360176188" sldId="1420"/>
            <ac:spMk id="2" creationId="{557D2D34-DE56-675F-B9BD-085A037D07BA}"/>
          </ac:spMkLst>
        </pc:spChg>
      </pc:sldChg>
    </pc:docChg>
  </pc:docChgLst>
  <pc:docChgLst>
    <pc:chgData name="KRASIC Srdjan (OP-EXT)" userId="S::srdjan.krasic@ext.ec.europa.eu::6da91b18-32dc-43bc-a9cc-2ff6f82cb0e8" providerId="AD" clId="Web-{D6821814-B061-9325-684D-1513CB072418}"/>
    <pc:docChg chg="modSld">
      <pc:chgData name="KRASIC Srdjan (OP-EXT)" userId="S::srdjan.krasic@ext.ec.europa.eu::6da91b18-32dc-43bc-a9cc-2ff6f82cb0e8" providerId="AD" clId="Web-{D6821814-B061-9325-684D-1513CB072418}" dt="2026-06-09T14:48:50.959" v="64" actId="20577"/>
      <pc:docMkLst>
        <pc:docMk/>
      </pc:docMkLst>
      <pc:sldChg chg="modSp">
        <pc:chgData name="KRASIC Srdjan (OP-EXT)" userId="S::srdjan.krasic@ext.ec.europa.eu::6da91b18-32dc-43bc-a9cc-2ff6f82cb0e8" providerId="AD" clId="Web-{D6821814-B061-9325-684D-1513CB072418}" dt="2026-06-09T14:41:10.473" v="27" actId="20577"/>
        <pc:sldMkLst>
          <pc:docMk/>
          <pc:sldMk cId="3777327881" sldId="259"/>
        </pc:sldMkLst>
        <pc:spChg chg="mod">
          <ac:chgData name="KRASIC Srdjan (OP-EXT)" userId="S::srdjan.krasic@ext.ec.europa.eu::6da91b18-32dc-43bc-a9cc-2ff6f82cb0e8" providerId="AD" clId="Web-{D6821814-B061-9325-684D-1513CB072418}" dt="2026-06-09T14:41:10.473" v="27" actId="20577"/>
          <ac:spMkLst>
            <pc:docMk/>
            <pc:sldMk cId="3777327881" sldId="259"/>
            <ac:spMk id="3" creationId="{C76EEE32-05B1-3943-B6B7-F172254DA883}"/>
          </ac:spMkLst>
        </pc:spChg>
        <pc:spChg chg="mod">
          <ac:chgData name="KRASIC Srdjan (OP-EXT)" userId="S::srdjan.krasic@ext.ec.europa.eu::6da91b18-32dc-43bc-a9cc-2ff6f82cb0e8" providerId="AD" clId="Web-{D6821814-B061-9325-684D-1513CB072418}" dt="2026-06-09T14:37:39.028" v="1" actId="20577"/>
          <ac:spMkLst>
            <pc:docMk/>
            <pc:sldMk cId="3777327881" sldId="259"/>
            <ac:spMk id="18" creationId="{37F7CF56-95DD-32F5-E7F0-77DDD56B57E1}"/>
          </ac:spMkLst>
        </pc:spChg>
      </pc:sldChg>
      <pc:sldChg chg="modSp">
        <pc:chgData name="KRASIC Srdjan (OP-EXT)" userId="S::srdjan.krasic@ext.ec.europa.eu::6da91b18-32dc-43bc-a9cc-2ff6f82cb0e8" providerId="AD" clId="Web-{D6821814-B061-9325-684D-1513CB072418}" dt="2026-06-09T14:48:50.959" v="64" actId="20577"/>
        <pc:sldMkLst>
          <pc:docMk/>
          <pc:sldMk cId="2419242855" sldId="1403"/>
        </pc:sldMkLst>
        <pc:spChg chg="mod">
          <ac:chgData name="KRASIC Srdjan (OP-EXT)" userId="S::srdjan.krasic@ext.ec.europa.eu::6da91b18-32dc-43bc-a9cc-2ff6f82cb0e8" providerId="AD" clId="Web-{D6821814-B061-9325-684D-1513CB072418}" dt="2026-06-09T14:48:50.959" v="64" actId="20577"/>
          <ac:spMkLst>
            <pc:docMk/>
            <pc:sldMk cId="2419242855" sldId="1403"/>
            <ac:spMk id="3" creationId="{C76EEE32-05B1-3943-B6B7-F172254DA883}"/>
          </ac:spMkLst>
        </pc:spChg>
      </pc:sldChg>
      <pc:sldChg chg="modSp">
        <pc:chgData name="KRASIC Srdjan (OP-EXT)" userId="S::srdjan.krasic@ext.ec.europa.eu::6da91b18-32dc-43bc-a9cc-2ff6f82cb0e8" providerId="AD" clId="Web-{D6821814-B061-9325-684D-1513CB072418}" dt="2026-06-09T14:45:08.576" v="29" actId="20577"/>
        <pc:sldMkLst>
          <pc:docMk/>
          <pc:sldMk cId="3700328532" sldId="1408"/>
        </pc:sldMkLst>
        <pc:spChg chg="mod">
          <ac:chgData name="KRASIC Srdjan (OP-EXT)" userId="S::srdjan.krasic@ext.ec.europa.eu::6da91b18-32dc-43bc-a9cc-2ff6f82cb0e8" providerId="AD" clId="Web-{D6821814-B061-9325-684D-1513CB072418}" dt="2026-06-09T14:45:08.576" v="29" actId="20577"/>
          <ac:spMkLst>
            <pc:docMk/>
            <pc:sldMk cId="3700328532" sldId="1408"/>
            <ac:spMk id="3" creationId="{93CE2629-F9EF-7A93-FD2C-D3730294CEAF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27856062-DE3A-8C85-A880-B3863D47F213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7DAA4AF-63FA-B04B-E629-E41CC9FAAF6A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32CBD41-F632-44C2-AFA3-D60AF37912C3}" type="datetime1">
              <a:rPr lang="en-GB" smtClean="0"/>
              <a:t>09/06/2026</a:t>
            </a:fld>
            <a:endParaRPr lang="en-I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04CCB4E-7223-53A8-575D-689F18394D25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380E519-7BCA-9339-889A-A53204AA4C4E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B549228-C88A-4F07-B9BA-0AA165D3A6B4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718499253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a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3E8CA0A-9F26-4807-83A6-34BBB514C621}" type="datetime1">
              <a:rPr lang="en-GB" smtClean="0"/>
              <a:t>09/06/2026</a:t>
            </a:fld>
            <a:endParaRPr lang="ca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a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ca-ES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a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BC7B26A-5688-4821-904C-721F6B6B305D}" type="slidenum">
              <a:rPr lang="ca-ES" smtClean="0"/>
              <a:t>‹#›</a:t>
            </a:fld>
            <a:endParaRPr lang="ca-ES"/>
          </a:p>
        </p:txBody>
      </p:sp>
    </p:spTree>
    <p:extLst>
      <p:ext uri="{BB962C8B-B14F-4D97-AF65-F5344CB8AC3E}">
        <p14:creationId xmlns:p14="http://schemas.microsoft.com/office/powerpoint/2010/main" val="954261046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a-ES"/>
              <a:t>Staff changes – introduce Christian, Sevi and Paul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C7B26A-5688-4821-904C-721F6B6B305D}" type="slidenum">
              <a:rPr lang="ca-ES" smtClean="0"/>
              <a:t>3</a:t>
            </a:fld>
            <a:endParaRPr lang="ca-ES"/>
          </a:p>
        </p:txBody>
      </p:sp>
    </p:spTree>
    <p:extLst>
      <p:ext uri="{BB962C8B-B14F-4D97-AF65-F5344CB8AC3E}">
        <p14:creationId xmlns:p14="http://schemas.microsoft.com/office/powerpoint/2010/main" val="22074490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just">
              <a:spcAft>
                <a:spcPts val="300"/>
              </a:spcAft>
            </a:pPr>
            <a:endParaRPr lang="en-US" sz="1800">
              <a:cs typeface="Calibri"/>
            </a:endParaRP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C7B26A-5688-4821-904C-721F6B6B305D}" type="slidenum">
              <a:rPr lang="ca-ES" smtClean="0"/>
              <a:t>4</a:t>
            </a:fld>
            <a:endParaRPr lang="ca-ES"/>
          </a:p>
        </p:txBody>
      </p:sp>
    </p:spTree>
    <p:extLst>
      <p:ext uri="{BB962C8B-B14F-4D97-AF65-F5344CB8AC3E}">
        <p14:creationId xmlns:p14="http://schemas.microsoft.com/office/powerpoint/2010/main" val="74326206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Show each step and explain what information is input on the screen.</a:t>
            </a:r>
            <a:endParaRPr lang="en-I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C7B26A-5688-4821-904C-721F6B6B305D}" type="slidenum">
              <a:rPr lang="ca-ES" smtClean="0"/>
              <a:t>5</a:t>
            </a:fld>
            <a:endParaRPr lang="ca-ES"/>
          </a:p>
        </p:txBody>
      </p:sp>
    </p:spTree>
    <p:extLst>
      <p:ext uri="{BB962C8B-B14F-4D97-AF65-F5344CB8AC3E}">
        <p14:creationId xmlns:p14="http://schemas.microsoft.com/office/powerpoint/2010/main" val="400378867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38BDF5-8D78-9A98-5886-C4128FB6C2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67E80C18-84E4-1847-4313-F02E07EDACA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C6D3AA8A-B4B3-89A6-9DCE-4F332732E26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just">
              <a:spcAft>
                <a:spcPts val="300"/>
              </a:spcAft>
            </a:pPr>
            <a:r>
              <a:rPr lang="en-US" sz="1800">
                <a:ea typeface="Calibri"/>
                <a:cs typeface="Calibri"/>
              </a:rPr>
              <a:t>As we said in a previous Open User Community meeting, the ESPD-EDM model has moved from Excel to Enterpri</a:t>
            </a:r>
            <a:r>
              <a:rPr lang="en-US" sz="1800">
                <a:cs typeface="Calibri"/>
              </a:rPr>
              <a:t>se</a:t>
            </a:r>
            <a:r>
              <a:rPr lang="en-US" sz="1800">
                <a:ea typeface="Calibri"/>
                <a:cs typeface="Calibri"/>
              </a:rPr>
              <a:t> Architect. My colleague Srdjan will answer any questions you may have about this.</a:t>
            </a:r>
            <a:endParaRPr lang="en-US"/>
          </a:p>
          <a:p>
            <a:pPr algn="just">
              <a:spcAft>
                <a:spcPts val="300"/>
              </a:spcAft>
            </a:pPr>
            <a:r>
              <a:rPr lang="en-US"/>
              <a:t>The structure of the repositories for ESPD-EDM has been changed, my colleague Sevi will tell you more about that.</a:t>
            </a:r>
            <a:endParaRPr lang="en-US">
              <a:ea typeface="Calibri"/>
              <a:cs typeface="Calibri"/>
            </a:endParaRPr>
          </a:p>
          <a:p>
            <a:pPr algn="just">
              <a:spcAft>
                <a:spcPts val="300"/>
              </a:spcAft>
            </a:pPr>
            <a:r>
              <a:rPr lang="en-US" sz="1800">
                <a:ea typeface="Calibri"/>
                <a:cs typeface="Calibri"/>
              </a:rPr>
              <a:t>The code lists used in ESPD have been updated to align versions with those used in </a:t>
            </a:r>
            <a:r>
              <a:rPr lang="en-US" sz="1800" err="1">
                <a:ea typeface="Calibri"/>
                <a:cs typeface="Calibri"/>
              </a:rPr>
              <a:t>eForms</a:t>
            </a:r>
            <a:endParaRPr lang="en-US" sz="1800">
              <a:ea typeface="Calibri"/>
              <a:cs typeface="Calibri"/>
            </a:endParaRPr>
          </a:p>
          <a:p>
            <a:pPr algn="just">
              <a:spcAft>
                <a:spcPts val="300"/>
              </a:spcAft>
            </a:pPr>
            <a:r>
              <a:rPr lang="en-US" sz="1800">
                <a:ea typeface="Calibri"/>
                <a:cs typeface="Calibri"/>
              </a:rPr>
              <a:t>The single "criterion" code list has been replaced with two code lists</a:t>
            </a:r>
          </a:p>
          <a:p>
            <a:pPr algn="just">
              <a:spcAft>
                <a:spcPts val="300"/>
              </a:spcAft>
            </a:pPr>
            <a:r>
              <a:rPr lang="en-US" sz="1800">
                <a:ea typeface="Calibri"/>
                <a:cs typeface="Calibri"/>
              </a:rPr>
              <a:t>Some changes have been made to improve the generation of validation scripts</a:t>
            </a:r>
          </a:p>
          <a:p>
            <a:pPr algn="just">
              <a:spcAft>
                <a:spcPts val="300"/>
              </a:spcAft>
            </a:pPr>
            <a:r>
              <a:rPr lang="en-US" sz="1800">
                <a:ea typeface="Calibri"/>
                <a:cs typeface="Calibri"/>
              </a:rPr>
              <a:t>As we announced last year, the underlying schema has been updated to version 2.4 of UBL</a:t>
            </a:r>
          </a:p>
          <a:p>
            <a:pPr algn="just">
              <a:spcAft>
                <a:spcPts val="300"/>
              </a:spcAft>
            </a:pPr>
            <a:endParaRPr lang="en-US" sz="1800">
              <a:ea typeface="Calibri"/>
              <a:cs typeface="Calibri"/>
            </a:endParaRP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B695B783-4A61-CD76-67E9-C1CA649883D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C7B26A-5688-4821-904C-721F6B6B305D}" type="slidenum">
              <a:rPr lang="ca-ES" smtClean="0"/>
              <a:t>6</a:t>
            </a:fld>
            <a:endParaRPr lang="ca-ES"/>
          </a:p>
        </p:txBody>
      </p:sp>
    </p:spTree>
    <p:extLst>
      <p:ext uri="{BB962C8B-B14F-4D97-AF65-F5344CB8AC3E}">
        <p14:creationId xmlns:p14="http://schemas.microsoft.com/office/powerpoint/2010/main" val="169104538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>
                <a:solidFill>
                  <a:srgbClr val="242424"/>
                </a:solidFill>
                <a:highlight>
                  <a:srgbClr val="FFFFFF"/>
                </a:highlight>
              </a:rPr>
              <a:t>This diagram shows the logical flow of our repositories.</a:t>
            </a:r>
            <a:endParaRPr lang="en-US"/>
          </a:p>
          <a:p>
            <a:r>
              <a:rPr lang="en-US">
                <a:solidFill>
                  <a:srgbClr val="242424"/>
                </a:solidFill>
                <a:highlight>
                  <a:srgbClr val="FFFFFF"/>
                </a:highlight>
              </a:rPr>
              <a:t>We start from the conceptual layer, move to supporting tools, and finally reach the implementation layer.</a:t>
            </a:r>
            <a:endParaRPr lang="en-US"/>
          </a:p>
          <a:p>
            <a:r>
              <a:rPr lang="en-US">
                <a:solidFill>
                  <a:srgbClr val="242424"/>
                </a:solidFill>
                <a:highlight>
                  <a:srgbClr val="FFFFFF"/>
                </a:highlight>
              </a:rPr>
              <a:t>Each step builds on the previous one, which ensures consistency, reduces duplication, and makes maintenance easier.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C7B26A-5688-4821-904C-721F6B6B305D}" type="slidenum">
              <a:rPr lang="ca-ES" smtClean="0"/>
              <a:t>7</a:t>
            </a:fld>
            <a:endParaRPr lang="ca-ES"/>
          </a:p>
        </p:txBody>
      </p:sp>
    </p:spTree>
    <p:extLst>
      <p:ext uri="{BB962C8B-B14F-4D97-AF65-F5344CB8AC3E}">
        <p14:creationId xmlns:p14="http://schemas.microsoft.com/office/powerpoint/2010/main" val="64933903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BE9F6F-F5B0-97AB-30A6-4C822FDA4E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C1133C0-BEFA-8F45-4DBC-BF3ADD9F092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DC38523-83A3-0699-BF71-A37BE3837F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>
                <a:ea typeface="Calibri"/>
                <a:cs typeface="Calibri"/>
              </a:rPr>
              <a:t>To explain the background to this work:</a:t>
            </a:r>
          </a:p>
          <a:p>
            <a:r>
              <a:rPr lang="en-GB">
                <a:ea typeface="Calibri"/>
                <a:cs typeface="Calibri"/>
              </a:rPr>
              <a:t>We create XSLT files which can be used to validate ESPD Request and ESPD Response forms. These are used in the ITB testbed repository. </a:t>
            </a:r>
            <a:endParaRPr lang="en-GB"/>
          </a:p>
          <a:p>
            <a:r>
              <a:rPr lang="en-GB">
                <a:ea typeface="Calibri"/>
                <a:cs typeface="Calibri"/>
              </a:rPr>
              <a:t>We generate these XSLT files from </a:t>
            </a:r>
            <a:r>
              <a:rPr lang="en-GB" err="1">
                <a:ea typeface="Calibri"/>
                <a:cs typeface="Calibri"/>
              </a:rPr>
              <a:t>schematron</a:t>
            </a:r>
            <a:r>
              <a:rPr lang="en-GB">
                <a:ea typeface="Calibri"/>
                <a:cs typeface="Calibri"/>
              </a:rPr>
              <a:t> files. Some of these </a:t>
            </a:r>
            <a:r>
              <a:rPr lang="en-GB" err="1">
                <a:ea typeface="Calibri"/>
                <a:cs typeface="Calibri"/>
              </a:rPr>
              <a:t>schematron</a:t>
            </a:r>
            <a:r>
              <a:rPr lang="en-GB">
                <a:ea typeface="Calibri"/>
                <a:cs typeface="Calibri"/>
              </a:rPr>
              <a:t> files are hand-written, but most are generated from the code list files.</a:t>
            </a:r>
          </a:p>
          <a:p>
            <a:r>
              <a:rPr lang="en-GB">
                <a:ea typeface="Calibri"/>
                <a:cs typeface="Calibri"/>
              </a:rPr>
              <a:t>We keep all of these files in the GitHub repository "</a:t>
            </a:r>
            <a:r>
              <a:rPr lang="en-GB" err="1">
                <a:ea typeface="Calibri"/>
                <a:cs typeface="Calibri"/>
              </a:rPr>
              <a:t>espd</a:t>
            </a:r>
            <a:r>
              <a:rPr lang="en-GB">
                <a:ea typeface="Calibri"/>
                <a:cs typeface="Calibri"/>
              </a:rPr>
              <a:t>-validation-</a:t>
            </a:r>
            <a:r>
              <a:rPr lang="en-GB" err="1">
                <a:ea typeface="Calibri"/>
                <a:cs typeface="Calibri"/>
              </a:rPr>
              <a:t>schematron</a:t>
            </a:r>
            <a:r>
              <a:rPr lang="en-GB">
                <a:ea typeface="Calibri"/>
                <a:cs typeface="Calibri"/>
              </a:rPr>
              <a:t>". We used a Windows Batch script to run the generation of these files.</a:t>
            </a:r>
          </a:p>
          <a:p>
            <a:r>
              <a:rPr lang="en-GB">
                <a:ea typeface="Calibri"/>
                <a:cs typeface="Calibri"/>
              </a:rPr>
              <a:t>We have created a new version of this script, using the more modern Bash language, which is a variant of Unix.</a:t>
            </a:r>
          </a:p>
          <a:p>
            <a:r>
              <a:rPr lang="en-GB">
                <a:ea typeface="Calibri"/>
                <a:cs typeface="Calibri"/>
              </a:rPr>
              <a:t>This script can be run from a larger variety of computers, and will be easier for us to maintain and update.</a:t>
            </a:r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630A04-8357-9344-54B1-D63C3447B45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C7B26A-5688-4821-904C-721F6B6B305D}" type="slidenum">
              <a:rPr lang="ca-ES" smtClean="0"/>
              <a:t>9</a:t>
            </a:fld>
            <a:endParaRPr lang="ca-ES"/>
          </a:p>
        </p:txBody>
      </p:sp>
    </p:spTree>
    <p:extLst>
      <p:ext uri="{BB962C8B-B14F-4D97-AF65-F5344CB8AC3E}">
        <p14:creationId xmlns:p14="http://schemas.microsoft.com/office/powerpoint/2010/main" val="237502618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06BA2A-0083-A305-8ADF-2EA15A7723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37090E9-6BD8-20E3-022D-434862F358C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CB7B2A6-E1B9-859F-9847-BC484A5969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As I explained in the previous slide, we use </a:t>
            </a:r>
            <a:r>
              <a:rPr lang="en-GB" err="1"/>
              <a:t>schematron</a:t>
            </a:r>
            <a:r>
              <a:rPr lang="en-GB"/>
              <a:t> to generate the final XSLT validation scripts. Schematron is a standard XML technology for analysing and validating XML files.</a:t>
            </a:r>
          </a:p>
          <a:p>
            <a:r>
              <a:rPr lang="en-GB">
                <a:ea typeface="Calibri"/>
                <a:cs typeface="Calibri"/>
              </a:rPr>
              <a:t>We have updated these </a:t>
            </a:r>
            <a:r>
              <a:rPr lang="en-GB" err="1">
                <a:ea typeface="Calibri"/>
                <a:cs typeface="Calibri"/>
              </a:rPr>
              <a:t>schematron</a:t>
            </a:r>
            <a:r>
              <a:rPr lang="en-GB">
                <a:ea typeface="Calibri"/>
                <a:cs typeface="Calibri"/>
              </a:rPr>
              <a:t> files to use the latest code lists will be included in the version 5.0.0 release of the ESPD-EDM</a:t>
            </a:r>
          </a:p>
          <a:p>
            <a:r>
              <a:rPr lang="en-GB">
                <a:ea typeface="Calibri"/>
                <a:cs typeface="Calibri"/>
              </a:rPr>
              <a:t>We have improved the consistency of the checks included in these </a:t>
            </a:r>
            <a:r>
              <a:rPr lang="en-GB" err="1">
                <a:ea typeface="Calibri"/>
                <a:cs typeface="Calibri"/>
              </a:rPr>
              <a:t>schematron</a:t>
            </a:r>
            <a:r>
              <a:rPr lang="en-GB">
                <a:ea typeface="Calibri"/>
                <a:cs typeface="Calibri"/>
              </a:rPr>
              <a:t> files.</a:t>
            </a:r>
          </a:p>
          <a:p>
            <a:r>
              <a:rPr lang="en-GB">
                <a:ea typeface="Calibri"/>
                <a:cs typeface="Calibri"/>
              </a:rPr>
              <a:t>    In the previous version of this repository, there was some variation in the checks for different code lists, for example their version numbers.</a:t>
            </a:r>
          </a:p>
          <a:p>
            <a:r>
              <a:rPr lang="en-GB">
                <a:ea typeface="Calibri"/>
                <a:cs typeface="Calibri"/>
              </a:rPr>
              <a:t>    These checks have been made consistent.</a:t>
            </a:r>
          </a:p>
          <a:p>
            <a:r>
              <a:rPr lang="en-GB">
                <a:ea typeface="Calibri"/>
                <a:cs typeface="Calibri"/>
              </a:rPr>
              <a:t>For those of you who are wondering what the animal is in the schematron logo, it is a mascot called the “Schematroll”, and is a cross between the two marsupials the Bilby and the Bettong.</a:t>
            </a:r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813162-FBC2-84C2-D7EF-D9C9FDDBFD8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C7B26A-5688-4821-904C-721F6B6B305D}" type="slidenum">
              <a:rPr lang="ca-ES" smtClean="0"/>
              <a:t>10</a:t>
            </a:fld>
            <a:endParaRPr lang="ca-ES"/>
          </a:p>
        </p:txBody>
      </p:sp>
    </p:spTree>
    <p:extLst>
      <p:ext uri="{BB962C8B-B14F-4D97-AF65-F5344CB8AC3E}">
        <p14:creationId xmlns:p14="http://schemas.microsoft.com/office/powerpoint/2010/main" val="77408978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466D5B-60D3-AC15-26B6-2C7FE526D2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EBC2856-EA18-FE74-3226-EA79D7A0444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F3ED6E9-F7C4-1C9A-27C8-F39A33F876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Some of these </a:t>
            </a:r>
            <a:r>
              <a:rPr lang="en-GB" err="1"/>
              <a:t>schematron</a:t>
            </a:r>
            <a:r>
              <a:rPr lang="en-GB"/>
              <a:t> files are generated automatically from the code list files. In the future, we plan to generate all of these </a:t>
            </a:r>
            <a:r>
              <a:rPr lang="en-GB" err="1"/>
              <a:t>schematron</a:t>
            </a:r>
            <a:r>
              <a:rPr lang="en-GB"/>
              <a:t> files automatically . </a:t>
            </a:r>
            <a:endParaRPr lang="en-US">
              <a:solidFill>
                <a:srgbClr val="444444"/>
              </a:solidFill>
            </a:endParaRPr>
          </a:p>
          <a:p>
            <a:r>
              <a:rPr lang="en-GB"/>
              <a:t>We also plan to make improvements to the readability of these files.</a:t>
            </a:r>
          </a:p>
          <a:p>
            <a:r>
              <a:rPr lang="en-GB"/>
              <a:t>We have started preparations for this work.</a:t>
            </a:r>
          </a:p>
          <a:p>
            <a:r>
              <a:rPr lang="en-GB">
                <a:ea typeface="Calibri"/>
                <a:cs typeface="Calibri"/>
              </a:rPr>
              <a:t>We plan to introduce new </a:t>
            </a:r>
            <a:r>
              <a:rPr lang="en-GB" err="1">
                <a:ea typeface="Calibri"/>
                <a:cs typeface="Calibri"/>
              </a:rPr>
              <a:t>schematron</a:t>
            </a:r>
            <a:r>
              <a:rPr lang="en-GB">
                <a:ea typeface="Calibri"/>
                <a:cs typeface="Calibri"/>
              </a:rPr>
              <a:t> files to check the order of questions in the ESPD forms. These will be generated automatically from the data model.</a:t>
            </a:r>
          </a:p>
          <a:p>
            <a:r>
              <a:rPr lang="en-GB">
                <a:ea typeface="Calibri"/>
                <a:cs typeface="Calibri"/>
              </a:rPr>
              <a:t>All of these changes will reduce the amount of work we need to do to create a new version of ESPD-EDM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34EBA53-E169-6622-AB24-155CDA265CA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C7B26A-5688-4821-904C-721F6B6B305D}" type="slidenum">
              <a:rPr lang="ca-ES" smtClean="0"/>
              <a:t>11</a:t>
            </a:fld>
            <a:endParaRPr lang="ca-ES"/>
          </a:p>
        </p:txBody>
      </p:sp>
    </p:spTree>
    <p:extLst>
      <p:ext uri="{BB962C8B-B14F-4D97-AF65-F5344CB8AC3E}">
        <p14:creationId xmlns:p14="http://schemas.microsoft.com/office/powerpoint/2010/main" val="25847061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ca-ES">
              <a:ea typeface="Calibri"/>
              <a:cs typeface="Calibri"/>
            </a:endParaRP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C7B26A-5688-4821-904C-721F6B6B305D}" type="slidenum">
              <a:rPr lang="ca-ES" smtClean="0"/>
              <a:t>12</a:t>
            </a:fld>
            <a:endParaRPr lang="ca-ES"/>
          </a:p>
        </p:txBody>
      </p:sp>
    </p:spTree>
    <p:extLst>
      <p:ext uri="{BB962C8B-B14F-4D97-AF65-F5344CB8AC3E}">
        <p14:creationId xmlns:p14="http://schemas.microsoft.com/office/powerpoint/2010/main" val="80096330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78A139-5DC7-7DA7-AD2A-439D57F515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10378E03-F39B-6C43-D727-169C654C7C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2BA17CB4-5868-7D30-0D6D-9CBF0E6DBE0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a-ES">
                <a:ea typeface="Calibri"/>
                <a:cs typeface="Calibri"/>
              </a:rPr>
              <a:t>Any questions</a:t>
            </a:r>
            <a:endParaRPr lang="en-US"/>
          </a:p>
          <a:p>
            <a:r>
              <a:rPr lang="ca-ES"/>
              <a:t>AOB</a:t>
            </a: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50E6A806-687D-FF66-9FA9-962A54A8BF5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C7B26A-5688-4821-904C-721F6B6B305D}" type="slidenum">
              <a:rPr lang="ca-ES" smtClean="0"/>
              <a:t>13</a:t>
            </a:fld>
            <a:endParaRPr lang="ca-ES"/>
          </a:p>
        </p:txBody>
      </p:sp>
    </p:spTree>
    <p:extLst>
      <p:ext uri="{BB962C8B-B14F-4D97-AF65-F5344CB8AC3E}">
        <p14:creationId xmlns:p14="http://schemas.microsoft.com/office/powerpoint/2010/main" val="62193320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svg"/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sv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1.svg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9.svg"/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a de título">
    <p:bg>
      <p:bgPr>
        <a:blipFill dpi="0" rotWithShape="1">
          <a:blip>
            <a:lum/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EABDBB-36D4-1A4E-905E-F38DC8CBE4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60587" y="1532670"/>
            <a:ext cx="6564923" cy="2387600"/>
          </a:xfrm>
        </p:spPr>
        <p:txBody>
          <a:bodyPr anchor="b">
            <a:normAutofit/>
          </a:bodyPr>
          <a:lstStyle>
            <a:lvl1pPr algn="l">
              <a:defRPr sz="4000" b="0" cap="all" baseline="0">
                <a:solidFill>
                  <a:schemeClr val="accent1"/>
                </a:solidFill>
                <a:latin typeface="+mn-lt"/>
              </a:defRPr>
            </a:lvl1pPr>
          </a:lstStyle>
          <a:p>
            <a:r>
              <a:rPr lang="es-ES"/>
              <a:t>Haga clic para modificar el estilo de título del patrón</a:t>
            </a:r>
            <a:endParaRPr lang="en-L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62DEDC9-2944-F14D-94A1-81D2BD6EEB4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60587" y="4012345"/>
            <a:ext cx="6564923" cy="1655762"/>
          </a:xfrm>
        </p:spPr>
        <p:txBody>
          <a:bodyPr lIns="0">
            <a:normAutofit/>
          </a:bodyPr>
          <a:lstStyle>
            <a:lvl1pPr marL="0" indent="0" algn="l">
              <a:buNone/>
              <a:defRPr sz="2000" b="1">
                <a:solidFill>
                  <a:schemeClr val="accent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n-LU"/>
          </a:p>
        </p:txBody>
      </p:sp>
    </p:spTree>
    <p:extLst>
      <p:ext uri="{BB962C8B-B14F-4D97-AF65-F5344CB8AC3E}">
        <p14:creationId xmlns:p14="http://schemas.microsoft.com/office/powerpoint/2010/main" val="14718257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2_Title Slide">
    <p:bg>
      <p:bgPr>
        <a:blipFill dpi="0" rotWithShape="1">
          <a:blip>
            <a:lum/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EABDBB-36D4-1A4E-905E-F38DC8CBE4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60587" y="1532670"/>
            <a:ext cx="6564923" cy="2387600"/>
          </a:xfrm>
        </p:spPr>
        <p:txBody>
          <a:bodyPr anchor="b">
            <a:normAutofit/>
          </a:bodyPr>
          <a:lstStyle>
            <a:lvl1pPr algn="l">
              <a:defRPr sz="4000" b="0" cap="all" baseline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s-ES"/>
              <a:t>Haga clic para modificar el estilo de título del patrón</a:t>
            </a:r>
            <a:endParaRPr lang="en-L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62DEDC9-2944-F14D-94A1-81D2BD6EEB4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60587" y="4012345"/>
            <a:ext cx="6564923" cy="1655762"/>
          </a:xfrm>
        </p:spPr>
        <p:txBody>
          <a:bodyPr lIns="0">
            <a:normAutofit/>
          </a:bodyPr>
          <a:lstStyle>
            <a:lvl1pPr marL="0" indent="0" algn="l">
              <a:buNone/>
              <a:defRPr sz="2000" b="1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n-LU"/>
          </a:p>
        </p:txBody>
      </p:sp>
    </p:spTree>
    <p:extLst>
      <p:ext uri="{BB962C8B-B14F-4D97-AF65-F5344CB8AC3E}">
        <p14:creationId xmlns:p14="http://schemas.microsoft.com/office/powerpoint/2010/main" val="12262066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seño personaliza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37FBAC-DE93-F844-95F3-30AB7E2F3B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L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A67CE2E-BE24-854C-B714-915A9B5D8A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C4F5CC-0853-4A72-99B5-57A19FFF8770}" type="datetime1">
              <a:rPr lang="LID4096" smtClean="0"/>
              <a:t>06/09/2026</a:t>
            </a:fld>
            <a:endParaRPr lang="en-L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2D65E98-6DB3-5D45-B179-0B28BF6D6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L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E47D241-0C09-EF40-BDD4-8F1F3E2A5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9B4BBC-BB84-A046-AB44-125112278BC9}" type="slidenum">
              <a:rPr lang="en-LU" smtClean="0"/>
              <a:pPr/>
              <a:t>‹#›</a:t>
            </a:fld>
            <a:endParaRPr lang="en-LU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000F1C4-C3F0-1E42-96E2-CF97375B702E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38200" y="1805355"/>
            <a:ext cx="10498138" cy="4220796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LU"/>
          </a:p>
        </p:txBody>
      </p:sp>
    </p:spTree>
    <p:extLst>
      <p:ext uri="{BB962C8B-B14F-4D97-AF65-F5344CB8AC3E}">
        <p14:creationId xmlns:p14="http://schemas.microsoft.com/office/powerpoint/2010/main" val="392518623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2416EF-C0E9-424D-8F08-CD0F83975E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1463"/>
            <a:ext cx="10498014" cy="720000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L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B147BE-15DC-F642-9318-443D077B301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L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7653ED-9633-6A43-BDA5-C47EB7985E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L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403114D-77D9-4949-98C6-38D0B33437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20AC0C-D4E7-44CC-B70C-8605488E2BB0}" type="datetime1">
              <a:rPr lang="LID4096" smtClean="0"/>
              <a:t>06/09/2026</a:t>
            </a:fld>
            <a:endParaRPr lang="en-L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A1CA752-7345-7F49-BC8D-C05A2AA3B1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L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901737-4DD4-BB41-8944-59C822528C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9B4BBC-BB84-A046-AB44-125112278BC9}" type="slidenum">
              <a:rPr lang="en-LU" smtClean="0"/>
              <a:t>‹#›</a:t>
            </a:fld>
            <a:endParaRPr lang="en-LU"/>
          </a:p>
        </p:txBody>
      </p:sp>
    </p:spTree>
    <p:extLst>
      <p:ext uri="{BB962C8B-B14F-4D97-AF65-F5344CB8AC3E}">
        <p14:creationId xmlns:p14="http://schemas.microsoft.com/office/powerpoint/2010/main" val="2605828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2416EF-C0E9-424D-8F08-CD0F83975E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73766" y="127584"/>
            <a:ext cx="436245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L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7653ED-9633-6A43-BDA5-C47EB7985E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991350" y="1825625"/>
            <a:ext cx="436245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L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403114D-77D9-4949-98C6-38D0B33437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4F1A5A-B293-455A-A4D7-07A0AE3FF677}" type="datetime1">
              <a:rPr lang="LID4096" smtClean="0"/>
              <a:t>06/09/2026</a:t>
            </a:fld>
            <a:endParaRPr lang="en-L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A1CA752-7345-7F49-BC8D-C05A2AA3B1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L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901737-4DD4-BB41-8944-59C822528C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9B4BBC-BB84-A046-AB44-125112278BC9}" type="slidenum">
              <a:rPr lang="en-LU" smtClean="0"/>
              <a:t>‹#›</a:t>
            </a:fld>
            <a:endParaRPr lang="en-LU"/>
          </a:p>
        </p:txBody>
      </p:sp>
      <p:sp>
        <p:nvSpPr>
          <p:cNvPr id="8" name="Espace réservé pour une image  2">
            <a:extLst>
              <a:ext uri="{FF2B5EF4-FFF2-40B4-BE49-F238E27FC236}">
                <a16:creationId xmlns:a16="http://schemas.microsoft.com/office/drawing/2014/main" id="{D3C9D4F1-D8F0-7D46-8FD5-75979F1ECF1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6991350" cy="6362700"/>
          </a:xfrm>
          <a:custGeom>
            <a:avLst/>
            <a:gdLst>
              <a:gd name="connsiteX0" fmla="*/ 0 w 6991350"/>
              <a:gd name="connsiteY0" fmla="*/ 0 h 6362700"/>
              <a:gd name="connsiteX1" fmla="*/ 6991350 w 6991350"/>
              <a:gd name="connsiteY1" fmla="*/ 0 h 6362700"/>
              <a:gd name="connsiteX2" fmla="*/ 6991350 w 6991350"/>
              <a:gd name="connsiteY2" fmla="*/ 6362700 h 6362700"/>
              <a:gd name="connsiteX3" fmla="*/ 0 w 6991350"/>
              <a:gd name="connsiteY3" fmla="*/ 6362700 h 6362700"/>
              <a:gd name="connsiteX4" fmla="*/ 0 w 6991350"/>
              <a:gd name="connsiteY4" fmla="*/ 0 h 6362700"/>
              <a:gd name="connsiteX0" fmla="*/ 0 w 6991350"/>
              <a:gd name="connsiteY0" fmla="*/ 0 h 6362700"/>
              <a:gd name="connsiteX1" fmla="*/ 6991350 w 6991350"/>
              <a:gd name="connsiteY1" fmla="*/ 0 h 6362700"/>
              <a:gd name="connsiteX2" fmla="*/ 4738804 w 6991350"/>
              <a:gd name="connsiteY2" fmla="*/ 6295792 h 6362700"/>
              <a:gd name="connsiteX3" fmla="*/ 0 w 6991350"/>
              <a:gd name="connsiteY3" fmla="*/ 6362700 h 6362700"/>
              <a:gd name="connsiteX4" fmla="*/ 0 w 6991350"/>
              <a:gd name="connsiteY4" fmla="*/ 0 h 6362700"/>
              <a:gd name="connsiteX0" fmla="*/ 0 w 6991350"/>
              <a:gd name="connsiteY0" fmla="*/ 0 h 6362700"/>
              <a:gd name="connsiteX1" fmla="*/ 6991350 w 6991350"/>
              <a:gd name="connsiteY1" fmla="*/ 0 h 6362700"/>
              <a:gd name="connsiteX2" fmla="*/ 4694199 w 6991350"/>
              <a:gd name="connsiteY2" fmla="*/ 6351548 h 6362700"/>
              <a:gd name="connsiteX3" fmla="*/ 0 w 6991350"/>
              <a:gd name="connsiteY3" fmla="*/ 6362700 h 6362700"/>
              <a:gd name="connsiteX4" fmla="*/ 0 w 6991350"/>
              <a:gd name="connsiteY4" fmla="*/ 0 h 63627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991350" h="6362700">
                <a:moveTo>
                  <a:pt x="0" y="0"/>
                </a:moveTo>
                <a:lnTo>
                  <a:pt x="6991350" y="0"/>
                </a:lnTo>
                <a:lnTo>
                  <a:pt x="4694199" y="6351548"/>
                </a:lnTo>
                <a:lnTo>
                  <a:pt x="0" y="6362700"/>
                </a:lnTo>
                <a:lnTo>
                  <a:pt x="0" y="0"/>
                </a:lnTo>
                <a:close/>
              </a:path>
            </a:pathLst>
          </a:custGeom>
          <a:solidFill>
            <a:srgbClr val="EFF2F7"/>
          </a:solidFill>
        </p:spPr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s-ES"/>
              <a:t>Haga clic en el icono para agregar una imagen</a:t>
            </a:r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894911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2416EF-C0E9-424D-8F08-CD0F83975E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4" y="127584"/>
            <a:ext cx="5773613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L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B147BE-15DC-F642-9318-443D077B301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L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403114D-77D9-4949-98C6-38D0B33437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BBC41-FE8B-449D-A674-6C450A80ED70}" type="datetime1">
              <a:rPr lang="LID4096" smtClean="0"/>
              <a:t>06/09/2026</a:t>
            </a:fld>
            <a:endParaRPr lang="en-L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A1CA752-7345-7F49-BC8D-C05A2AA3B1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L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901737-4DD4-BB41-8944-59C822528C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9B4BBC-BB84-A046-AB44-125112278BC9}" type="slidenum">
              <a:rPr lang="en-LU" smtClean="0"/>
              <a:t>‹#›</a:t>
            </a:fld>
            <a:endParaRPr lang="en-LU"/>
          </a:p>
        </p:txBody>
      </p:sp>
      <p:sp>
        <p:nvSpPr>
          <p:cNvPr id="8" name="Espace réservé pour une image  5">
            <a:extLst>
              <a:ext uri="{FF2B5EF4-FFF2-40B4-BE49-F238E27FC236}">
                <a16:creationId xmlns:a16="http://schemas.microsoft.com/office/drawing/2014/main" id="{1E112A47-65FE-3740-A77E-8A59D7CFA179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174255" y="-1"/>
            <a:ext cx="7014949" cy="6363433"/>
          </a:xfrm>
          <a:custGeom>
            <a:avLst/>
            <a:gdLst>
              <a:gd name="connsiteX0" fmla="*/ 0 w 6418670"/>
              <a:gd name="connsiteY0" fmla="*/ 6375401 h 6375401"/>
              <a:gd name="connsiteX1" fmla="*/ 1593850 w 6418670"/>
              <a:gd name="connsiteY1" fmla="*/ 0 h 6375401"/>
              <a:gd name="connsiteX2" fmla="*/ 6418670 w 6418670"/>
              <a:gd name="connsiteY2" fmla="*/ 0 h 6375401"/>
              <a:gd name="connsiteX3" fmla="*/ 4824820 w 6418670"/>
              <a:gd name="connsiteY3" fmla="*/ 6375401 h 6375401"/>
              <a:gd name="connsiteX4" fmla="*/ 0 w 6418670"/>
              <a:gd name="connsiteY4" fmla="*/ 6375401 h 6375401"/>
              <a:gd name="connsiteX0" fmla="*/ 0 w 6419158"/>
              <a:gd name="connsiteY0" fmla="*/ 6375401 h 6383217"/>
              <a:gd name="connsiteX1" fmla="*/ 1593850 w 6419158"/>
              <a:gd name="connsiteY1" fmla="*/ 0 h 6383217"/>
              <a:gd name="connsiteX2" fmla="*/ 6418670 w 6419158"/>
              <a:gd name="connsiteY2" fmla="*/ 0 h 6383217"/>
              <a:gd name="connsiteX3" fmla="*/ 6419158 w 6419158"/>
              <a:gd name="connsiteY3" fmla="*/ 6383217 h 6383217"/>
              <a:gd name="connsiteX4" fmla="*/ 0 w 6419158"/>
              <a:gd name="connsiteY4" fmla="*/ 6375401 h 6383217"/>
              <a:gd name="connsiteX0" fmla="*/ 0 w 6825558"/>
              <a:gd name="connsiteY0" fmla="*/ 6383217 h 6383217"/>
              <a:gd name="connsiteX1" fmla="*/ 2000250 w 6825558"/>
              <a:gd name="connsiteY1" fmla="*/ 0 h 6383217"/>
              <a:gd name="connsiteX2" fmla="*/ 6825070 w 6825558"/>
              <a:gd name="connsiteY2" fmla="*/ 0 h 6383217"/>
              <a:gd name="connsiteX3" fmla="*/ 6825558 w 6825558"/>
              <a:gd name="connsiteY3" fmla="*/ 6383217 h 6383217"/>
              <a:gd name="connsiteX4" fmla="*/ 0 w 6825558"/>
              <a:gd name="connsiteY4" fmla="*/ 6383217 h 6383217"/>
              <a:gd name="connsiteX0" fmla="*/ 0 w 6825558"/>
              <a:gd name="connsiteY0" fmla="*/ 6383217 h 6383217"/>
              <a:gd name="connsiteX1" fmla="*/ 1851758 w 6825558"/>
              <a:gd name="connsiteY1" fmla="*/ 15631 h 6383217"/>
              <a:gd name="connsiteX2" fmla="*/ 6825070 w 6825558"/>
              <a:gd name="connsiteY2" fmla="*/ 0 h 6383217"/>
              <a:gd name="connsiteX3" fmla="*/ 6825558 w 6825558"/>
              <a:gd name="connsiteY3" fmla="*/ 6383217 h 6383217"/>
              <a:gd name="connsiteX4" fmla="*/ 0 w 6825558"/>
              <a:gd name="connsiteY4" fmla="*/ 6383217 h 6383217"/>
              <a:gd name="connsiteX0" fmla="*/ 0 w 6825558"/>
              <a:gd name="connsiteY0" fmla="*/ 6383217 h 6383217"/>
              <a:gd name="connsiteX1" fmla="*/ 1843943 w 6825558"/>
              <a:gd name="connsiteY1" fmla="*/ 0 h 6383217"/>
              <a:gd name="connsiteX2" fmla="*/ 6825070 w 6825558"/>
              <a:gd name="connsiteY2" fmla="*/ 0 h 6383217"/>
              <a:gd name="connsiteX3" fmla="*/ 6825558 w 6825558"/>
              <a:gd name="connsiteY3" fmla="*/ 6383217 h 6383217"/>
              <a:gd name="connsiteX4" fmla="*/ 0 w 6825558"/>
              <a:gd name="connsiteY4" fmla="*/ 6383217 h 6383217"/>
              <a:gd name="connsiteX0" fmla="*/ 0 w 6982160"/>
              <a:gd name="connsiteY0" fmla="*/ 6394403 h 6394403"/>
              <a:gd name="connsiteX1" fmla="*/ 2000545 w 6982160"/>
              <a:gd name="connsiteY1" fmla="*/ 0 h 6394403"/>
              <a:gd name="connsiteX2" fmla="*/ 6981672 w 6982160"/>
              <a:gd name="connsiteY2" fmla="*/ 0 h 6394403"/>
              <a:gd name="connsiteX3" fmla="*/ 6982160 w 6982160"/>
              <a:gd name="connsiteY3" fmla="*/ 6383217 h 6394403"/>
              <a:gd name="connsiteX4" fmla="*/ 0 w 6982160"/>
              <a:gd name="connsiteY4" fmla="*/ 6394403 h 6394403"/>
              <a:gd name="connsiteX0" fmla="*/ 0 w 7036758"/>
              <a:gd name="connsiteY0" fmla="*/ 6378023 h 6383217"/>
              <a:gd name="connsiteX1" fmla="*/ 2055143 w 7036758"/>
              <a:gd name="connsiteY1" fmla="*/ 0 h 6383217"/>
              <a:gd name="connsiteX2" fmla="*/ 7036270 w 7036758"/>
              <a:gd name="connsiteY2" fmla="*/ 0 h 6383217"/>
              <a:gd name="connsiteX3" fmla="*/ 7036758 w 7036758"/>
              <a:gd name="connsiteY3" fmla="*/ 6383217 h 6383217"/>
              <a:gd name="connsiteX4" fmla="*/ 0 w 7036758"/>
              <a:gd name="connsiteY4" fmla="*/ 6378023 h 63832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036758" h="6383217">
                <a:moveTo>
                  <a:pt x="0" y="6378023"/>
                </a:moveTo>
                <a:lnTo>
                  <a:pt x="2055143" y="0"/>
                </a:lnTo>
                <a:lnTo>
                  <a:pt x="7036270" y="0"/>
                </a:lnTo>
                <a:cubicBezTo>
                  <a:pt x="7036433" y="2127739"/>
                  <a:pt x="7036595" y="4255478"/>
                  <a:pt x="7036758" y="6383217"/>
                </a:cubicBezTo>
                <a:lnTo>
                  <a:pt x="0" y="6378023"/>
                </a:lnTo>
                <a:close/>
              </a:path>
            </a:pathLst>
          </a:custGeom>
          <a:solidFill>
            <a:srgbClr val="EFF2F7"/>
          </a:solidFill>
        </p:spPr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s-ES"/>
              <a:t>Haga clic en el icono para agregar una imagen</a:t>
            </a:r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893177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2416EF-C0E9-424D-8F08-CD0F83975E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4" y="127584"/>
            <a:ext cx="5773613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L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B147BE-15DC-F642-9318-443D077B301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L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403114D-77D9-4949-98C6-38D0B33437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1A1885-F2BA-4786-98E4-677E39FA53D5}" type="datetime1">
              <a:rPr lang="LID4096" smtClean="0"/>
              <a:t>06/09/2026</a:t>
            </a:fld>
            <a:endParaRPr lang="en-L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A1CA752-7345-7F49-BC8D-C05A2AA3B1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L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901737-4DD4-BB41-8944-59C822528C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9B4BBC-BB84-A046-AB44-125112278BC9}" type="slidenum">
              <a:rPr lang="en-LU" smtClean="0"/>
              <a:t>‹#›</a:t>
            </a:fld>
            <a:endParaRPr lang="en-LU"/>
          </a:p>
        </p:txBody>
      </p:sp>
      <p:sp>
        <p:nvSpPr>
          <p:cNvPr id="9" name="Freeform 8">
            <a:extLst>
              <a:ext uri="{FF2B5EF4-FFF2-40B4-BE49-F238E27FC236}">
                <a16:creationId xmlns:a16="http://schemas.microsoft.com/office/drawing/2014/main" id="{97FDD220-59DB-D149-896C-D542C88CB459}"/>
              </a:ext>
            </a:extLst>
          </p:cNvPr>
          <p:cNvSpPr/>
          <p:nvPr userDrawn="1"/>
        </p:nvSpPr>
        <p:spPr>
          <a:xfrm>
            <a:off x="5123210" y="-50370"/>
            <a:ext cx="7074978" cy="6420452"/>
          </a:xfrm>
          <a:custGeom>
            <a:avLst/>
            <a:gdLst>
              <a:gd name="connsiteX0" fmla="*/ 7055142 w 7055142"/>
              <a:gd name="connsiteY0" fmla="*/ 6333688 h 6350466"/>
              <a:gd name="connsiteX1" fmla="*/ 0 w 7055142"/>
              <a:gd name="connsiteY1" fmla="*/ 6350466 h 6350466"/>
              <a:gd name="connsiteX2" fmla="*/ 2072081 w 7055142"/>
              <a:gd name="connsiteY2" fmla="*/ 0 h 6350466"/>
              <a:gd name="connsiteX3" fmla="*/ 7055142 w 7055142"/>
              <a:gd name="connsiteY3" fmla="*/ 0 h 6350466"/>
              <a:gd name="connsiteX4" fmla="*/ 7055142 w 7055142"/>
              <a:gd name="connsiteY4" fmla="*/ 6333688 h 6350466"/>
              <a:gd name="connsiteX0" fmla="*/ 7038083 w 7055142"/>
              <a:gd name="connsiteY0" fmla="*/ 6357572 h 6357572"/>
              <a:gd name="connsiteX1" fmla="*/ 0 w 7055142"/>
              <a:gd name="connsiteY1" fmla="*/ 6350466 h 6357572"/>
              <a:gd name="connsiteX2" fmla="*/ 2072081 w 7055142"/>
              <a:gd name="connsiteY2" fmla="*/ 0 h 6357572"/>
              <a:gd name="connsiteX3" fmla="*/ 7055142 w 7055142"/>
              <a:gd name="connsiteY3" fmla="*/ 0 h 6357572"/>
              <a:gd name="connsiteX4" fmla="*/ 7038083 w 7055142"/>
              <a:gd name="connsiteY4" fmla="*/ 6357572 h 6357572"/>
              <a:gd name="connsiteX0" fmla="*/ 7051731 w 7068790"/>
              <a:gd name="connsiteY0" fmla="*/ 6357572 h 6357572"/>
              <a:gd name="connsiteX1" fmla="*/ 0 w 7068790"/>
              <a:gd name="connsiteY1" fmla="*/ 6350466 h 6357572"/>
              <a:gd name="connsiteX2" fmla="*/ 2085729 w 7068790"/>
              <a:gd name="connsiteY2" fmla="*/ 0 h 6357572"/>
              <a:gd name="connsiteX3" fmla="*/ 7068790 w 7068790"/>
              <a:gd name="connsiteY3" fmla="*/ 0 h 6357572"/>
              <a:gd name="connsiteX4" fmla="*/ 7051731 w 7068790"/>
              <a:gd name="connsiteY4" fmla="*/ 6357572 h 6357572"/>
              <a:gd name="connsiteX0" fmla="*/ 7051731 w 7068790"/>
              <a:gd name="connsiteY0" fmla="*/ 6357572 h 6360702"/>
              <a:gd name="connsiteX1" fmla="*/ 0 w 7068790"/>
              <a:gd name="connsiteY1" fmla="*/ 6360702 h 6360702"/>
              <a:gd name="connsiteX2" fmla="*/ 2085729 w 7068790"/>
              <a:gd name="connsiteY2" fmla="*/ 0 h 6360702"/>
              <a:gd name="connsiteX3" fmla="*/ 7068790 w 7068790"/>
              <a:gd name="connsiteY3" fmla="*/ 0 h 6360702"/>
              <a:gd name="connsiteX4" fmla="*/ 7051731 w 7068790"/>
              <a:gd name="connsiteY4" fmla="*/ 6357572 h 6360702"/>
              <a:gd name="connsiteX0" fmla="*/ 7074978 w 7074978"/>
              <a:gd name="connsiteY0" fmla="*/ 6361411 h 6361411"/>
              <a:gd name="connsiteX1" fmla="*/ 0 w 7074978"/>
              <a:gd name="connsiteY1" fmla="*/ 6360702 h 6361411"/>
              <a:gd name="connsiteX2" fmla="*/ 2085729 w 7074978"/>
              <a:gd name="connsiteY2" fmla="*/ 0 h 6361411"/>
              <a:gd name="connsiteX3" fmla="*/ 7068790 w 7074978"/>
              <a:gd name="connsiteY3" fmla="*/ 0 h 6361411"/>
              <a:gd name="connsiteX4" fmla="*/ 7074978 w 7074978"/>
              <a:gd name="connsiteY4" fmla="*/ 6361411 h 63614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074978" h="6361411">
                <a:moveTo>
                  <a:pt x="7074978" y="6361411"/>
                </a:moveTo>
                <a:lnTo>
                  <a:pt x="0" y="6360702"/>
                </a:lnTo>
                <a:lnTo>
                  <a:pt x="2085729" y="0"/>
                </a:lnTo>
                <a:lnTo>
                  <a:pt x="7068790" y="0"/>
                </a:lnTo>
                <a:cubicBezTo>
                  <a:pt x="7063197" y="2119618"/>
                  <a:pt x="7063793" y="4266960"/>
                  <a:pt x="7074978" y="6361411"/>
                </a:cubicBezTo>
                <a:close/>
              </a:path>
            </a:pathLst>
          </a:custGeom>
          <a:solidFill>
            <a:srgbClr val="EFF2F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LU" sz="1800"/>
          </a:p>
        </p:txBody>
      </p:sp>
      <p:sp>
        <p:nvSpPr>
          <p:cNvPr id="10" name="Content Placeholder 14">
            <a:extLst>
              <a:ext uri="{FF2B5EF4-FFF2-40B4-BE49-F238E27FC236}">
                <a16:creationId xmlns:a16="http://schemas.microsoft.com/office/drawing/2014/main" id="{7BC6BF38-3692-F546-8D7F-1E3CBF37B742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972300" y="1025612"/>
            <a:ext cx="4876800" cy="5006889"/>
          </a:xfrm>
        </p:spPr>
        <p:txBody>
          <a:bodyPr/>
          <a:lstStyle>
            <a:lvl1pPr>
              <a:defRPr>
                <a:solidFill>
                  <a:sysClr val="windowText" lastClr="000000"/>
                </a:solidFill>
              </a:defRPr>
            </a:lvl1pPr>
            <a:lvl2pPr>
              <a:defRPr>
                <a:solidFill>
                  <a:sysClr val="windowText" lastClr="000000"/>
                </a:solidFill>
              </a:defRPr>
            </a:lvl2pPr>
            <a:lvl3pPr>
              <a:defRPr>
                <a:solidFill>
                  <a:sysClr val="windowText" lastClr="000000"/>
                </a:solidFill>
              </a:defRPr>
            </a:lvl3pPr>
            <a:lvl4pPr>
              <a:defRPr>
                <a:solidFill>
                  <a:sysClr val="windowText" lastClr="000000"/>
                </a:solidFill>
              </a:defRPr>
            </a:lvl4pPr>
            <a:lvl5pPr>
              <a:defRPr>
                <a:solidFill>
                  <a:sysClr val="windowText" lastClr="000000"/>
                </a:solidFill>
              </a:defRPr>
            </a:lvl5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LU"/>
          </a:p>
        </p:txBody>
      </p:sp>
    </p:spTree>
    <p:extLst>
      <p:ext uri="{BB962C8B-B14F-4D97-AF65-F5344CB8AC3E}">
        <p14:creationId xmlns:p14="http://schemas.microsoft.com/office/powerpoint/2010/main" val="32664240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2416EF-C0E9-424D-8F08-CD0F83975E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2" y="127584"/>
            <a:ext cx="5890844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L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B147BE-15DC-F642-9318-443D077B301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890844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L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403114D-77D9-4949-98C6-38D0B33437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5EFA2B-1A1A-4501-8DD4-3C73C598CDF1}" type="datetime1">
              <a:rPr lang="LID4096" smtClean="0"/>
              <a:t>06/09/2026</a:t>
            </a:fld>
            <a:endParaRPr lang="en-L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A1CA752-7345-7F49-BC8D-C05A2AA3B1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L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901737-4DD4-BB41-8944-59C822528C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9B4BBC-BB84-A046-AB44-125112278BC9}" type="slidenum">
              <a:rPr lang="en-LU" smtClean="0"/>
              <a:t>‹#›</a:t>
            </a:fld>
            <a:endParaRPr lang="en-LU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FCFCA39-AEED-7546-9BF1-27F7B0127E02}"/>
              </a:ext>
            </a:extLst>
          </p:cNvPr>
          <p:cNvSpPr/>
          <p:nvPr userDrawn="1"/>
        </p:nvSpPr>
        <p:spPr>
          <a:xfrm>
            <a:off x="6881446" y="0"/>
            <a:ext cx="5310554" cy="63627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LU" sz="180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EC06DA5D-5B0F-8947-BAFD-E38FC73250B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881444" y="0"/>
            <a:ext cx="5308600" cy="6362700"/>
          </a:xfrm>
          <a:noFill/>
        </p:spPr>
        <p:txBody>
          <a:bodyPr lIns="180000" tIns="1080000" rIns="360000" bIns="720000"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LU"/>
          </a:p>
        </p:txBody>
      </p:sp>
    </p:spTree>
    <p:extLst>
      <p:ext uri="{BB962C8B-B14F-4D97-AF65-F5344CB8AC3E}">
        <p14:creationId xmlns:p14="http://schemas.microsoft.com/office/powerpoint/2010/main" val="36232222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wo Content">
    <p:bg>
      <p:bgPr>
        <a:blipFill dpi="0" rotWithShape="1">
          <a:blip>
            <a:lum/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2416EF-C0E9-424D-8F08-CD0F83975E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2" y="127584"/>
            <a:ext cx="5644818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L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B147BE-15DC-F642-9318-443D077B301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0" y="1825625"/>
            <a:ext cx="5644818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L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403114D-77D9-4949-98C6-38D0B33437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ED3981-F1EE-4EFF-8709-8EA0FC11C3EC}" type="datetime1">
              <a:rPr lang="LID4096" smtClean="0"/>
              <a:t>06/09/2026</a:t>
            </a:fld>
            <a:endParaRPr lang="en-L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A1CA752-7345-7F49-BC8D-C05A2AA3B1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L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901737-4DD4-BB41-8944-59C822528C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9B4BBC-BB84-A046-AB44-125112278BC9}" type="slidenum">
              <a:rPr lang="en-LU" smtClean="0"/>
              <a:t>‹#›</a:t>
            </a:fld>
            <a:endParaRPr lang="en-LU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E429D19-0B5C-5B47-B15A-CED79C58F202}"/>
              </a:ext>
            </a:extLst>
          </p:cNvPr>
          <p:cNvSpPr/>
          <p:nvPr userDrawn="1"/>
        </p:nvSpPr>
        <p:spPr>
          <a:xfrm>
            <a:off x="0" y="0"/>
            <a:ext cx="5310554" cy="63627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LU" sz="1800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10C0794D-E9A2-5641-A7CE-A0B2D91282A2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954" y="0"/>
            <a:ext cx="5308600" cy="6362700"/>
          </a:xfrm>
          <a:noFill/>
        </p:spPr>
        <p:txBody>
          <a:bodyPr lIns="180000" tIns="1080000" rIns="360000" bIns="720000"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LU"/>
          </a:p>
        </p:txBody>
      </p:sp>
    </p:spTree>
    <p:extLst>
      <p:ext uri="{BB962C8B-B14F-4D97-AF65-F5344CB8AC3E}">
        <p14:creationId xmlns:p14="http://schemas.microsoft.com/office/powerpoint/2010/main" val="3850467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1BB8C9-2C71-634F-8BA7-3848E93870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71463"/>
            <a:ext cx="10515600" cy="720000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L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593526-EF99-BC40-B3C8-A56CF0C331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90" y="1581774"/>
            <a:ext cx="5157787" cy="823912"/>
          </a:xfrm>
        </p:spPr>
        <p:txBody>
          <a:bodyPr anchor="b">
            <a:normAutofit/>
          </a:bodyPr>
          <a:lstStyle>
            <a:lvl1pPr marL="0" indent="0">
              <a:buNone/>
              <a:defRPr sz="2000" b="1">
                <a:solidFill>
                  <a:srgbClr val="174489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75BF759-CDC9-6F44-B47E-802190240C5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90" y="2505076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L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B1FBC2F-D08A-6048-B6FF-DC607FD4B15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581774"/>
            <a:ext cx="5183188" cy="823912"/>
          </a:xfrm>
        </p:spPr>
        <p:txBody>
          <a:bodyPr anchor="b">
            <a:normAutofit/>
          </a:bodyPr>
          <a:lstStyle>
            <a:lvl1pPr marL="0" indent="0">
              <a:buNone/>
              <a:defRPr sz="2000" b="1">
                <a:solidFill>
                  <a:srgbClr val="174489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0676610-E191-6E4D-BE38-4CE366F088C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6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L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7451804-457B-1C4E-9D5C-12181257E9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5D84A9-B6D7-4ECF-A16E-8BD4B8A45A99}" type="datetime1">
              <a:rPr lang="LID4096" smtClean="0"/>
              <a:t>06/09/2026</a:t>
            </a:fld>
            <a:endParaRPr lang="en-L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C02FA55-5A82-2948-A2CA-43042ABE1D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L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6575128-1AFD-B642-8EEF-9242D51C60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9B4BBC-BB84-A046-AB44-125112278BC9}" type="slidenum">
              <a:rPr lang="en-LU" smtClean="0"/>
              <a:t>‹#›</a:t>
            </a:fld>
            <a:endParaRPr lang="en-LU"/>
          </a:p>
        </p:txBody>
      </p:sp>
    </p:spTree>
    <p:extLst>
      <p:ext uri="{BB962C8B-B14F-4D97-AF65-F5344CB8AC3E}">
        <p14:creationId xmlns:p14="http://schemas.microsoft.com/office/powerpoint/2010/main" val="5227602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1_Title Slide">
    <p:bg>
      <p:bgPr>
        <a:blipFill dpi="0" rotWithShape="1">
          <a:blip>
            <a:lum/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EABDBB-36D4-1A4E-905E-F38DC8CBE48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160585" y="1065531"/>
            <a:ext cx="9144000" cy="2387600"/>
          </a:xfrm>
        </p:spPr>
        <p:txBody>
          <a:bodyPr anchor="b">
            <a:normAutofit/>
          </a:bodyPr>
          <a:lstStyle>
            <a:lvl1pPr algn="l">
              <a:defRPr sz="4000" b="0" cap="all" baseline="0">
                <a:solidFill>
                  <a:schemeClr val="accent1"/>
                </a:solidFill>
                <a:latin typeface="+mn-lt"/>
              </a:defRPr>
            </a:lvl1pPr>
          </a:lstStyle>
          <a:p>
            <a:r>
              <a:rPr lang="en-GB"/>
              <a:t>Thank you</a:t>
            </a:r>
            <a:endParaRPr lang="en-L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62DEDC9-2944-F14D-94A1-81D2BD6EEB4E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160585" y="3545206"/>
            <a:ext cx="9144000" cy="1655762"/>
          </a:xfrm>
        </p:spPr>
        <p:txBody>
          <a:bodyPr lIns="0">
            <a:normAutofit/>
          </a:bodyPr>
          <a:lstStyle>
            <a:lvl1pPr marL="0" indent="0" algn="l">
              <a:buNone/>
              <a:defRPr sz="2000" b="1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Further information, links</a:t>
            </a:r>
            <a:endParaRPr lang="en-LU"/>
          </a:p>
        </p:txBody>
      </p:sp>
    </p:spTree>
    <p:extLst>
      <p:ext uri="{BB962C8B-B14F-4D97-AF65-F5344CB8AC3E}">
        <p14:creationId xmlns:p14="http://schemas.microsoft.com/office/powerpoint/2010/main" val="284762480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fld id="{F46C79FD-C571-418B-AB0F-5EE936C85276}" type="slidenum">
              <a:rPr lang="en-GB" smtClean="0"/>
              <a:t>‹#›</a:t>
            </a:fld>
            <a:endParaRPr lang="en-GB"/>
          </a:p>
        </p:txBody>
      </p:sp>
      <p:sp>
        <p:nvSpPr>
          <p:cNvPr id="2" name="Rectangle 1"/>
          <p:cNvSpPr/>
          <p:nvPr userDrawn="1"/>
        </p:nvSpPr>
        <p:spPr>
          <a:xfrm>
            <a:off x="0" y="0"/>
            <a:ext cx="12192000" cy="107817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GB"/>
          </a:p>
        </p:txBody>
      </p:sp>
      <p:sp>
        <p:nvSpPr>
          <p:cNvPr id="5" name="Rectangle 4"/>
          <p:cNvSpPr/>
          <p:nvPr userDrawn="1"/>
        </p:nvSpPr>
        <p:spPr>
          <a:xfrm>
            <a:off x="0" y="1078173"/>
            <a:ext cx="12192000" cy="5779827"/>
          </a:xfrm>
          <a:prstGeom prst="rect">
            <a:avLst/>
          </a:prstGeom>
          <a:solidFill>
            <a:srgbClr val="0356B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GB">
              <a:solidFill>
                <a:schemeClr val="accent4"/>
              </a:solidFill>
            </a:endParaRPr>
          </a:p>
        </p:txBody>
      </p:sp>
      <p:pic>
        <p:nvPicPr>
          <p:cNvPr id="3" name="Picture 2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88933" y="258042"/>
            <a:ext cx="1659793" cy="1152460"/>
          </a:xfrm>
          <a:prstGeom prst="rect">
            <a:avLst/>
          </a:prstGeom>
        </p:spPr>
      </p:pic>
      <p:sp>
        <p:nvSpPr>
          <p:cNvPr id="6" name="Title 1"/>
          <p:cNvSpPr>
            <a:spLocks noGrp="1"/>
          </p:cNvSpPr>
          <p:nvPr>
            <p:ph type="ctrTitle"/>
          </p:nvPr>
        </p:nvSpPr>
        <p:spPr>
          <a:xfrm>
            <a:off x="1071350" y="1992572"/>
            <a:ext cx="10065224" cy="2149523"/>
          </a:xfrm>
        </p:spPr>
        <p:txBody>
          <a:bodyPr wrap="none" anchor="t">
            <a:noAutofit/>
          </a:bodyPr>
          <a:lstStyle>
            <a:lvl1pPr algn="l">
              <a:defRPr sz="6000" b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cxnSp>
        <p:nvCxnSpPr>
          <p:cNvPr id="7" name="Straight Connector 6"/>
          <p:cNvCxnSpPr/>
          <p:nvPr userDrawn="1"/>
        </p:nvCxnSpPr>
        <p:spPr>
          <a:xfrm>
            <a:off x="838200" y="1978925"/>
            <a:ext cx="0" cy="4879075"/>
          </a:xfrm>
          <a:prstGeom prst="line">
            <a:avLst/>
          </a:prstGeom>
          <a:ln w="28575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 userDrawn="1"/>
        </p:nvSpPr>
        <p:spPr>
          <a:xfrm>
            <a:off x="5741158" y="6619164"/>
            <a:ext cx="707409" cy="240594"/>
          </a:xfrm>
          <a:prstGeom prst="rect">
            <a:avLst/>
          </a:prstGeom>
          <a:solidFill>
            <a:srgbClr val="00449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GB"/>
          </a:p>
        </p:txBody>
      </p:sp>
      <p:sp>
        <p:nvSpPr>
          <p:cNvPr id="17" name="Subtitle 2"/>
          <p:cNvSpPr>
            <a:spLocks noGrp="1"/>
          </p:cNvSpPr>
          <p:nvPr>
            <p:ph type="subTitle" idx="1"/>
          </p:nvPr>
        </p:nvSpPr>
        <p:spPr>
          <a:xfrm>
            <a:off x="1071351" y="4418049"/>
            <a:ext cx="10065224" cy="897754"/>
          </a:xfrm>
        </p:spPr>
        <p:txBody>
          <a:bodyPr>
            <a:noAutofit/>
          </a:bodyPr>
          <a:lstStyle>
            <a:lvl1pPr marL="0" indent="0" algn="l">
              <a:buNone/>
              <a:defRPr sz="2800" i="0">
                <a:solidFill>
                  <a:schemeClr val="accent5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19" name="Text Placeholder 18"/>
          <p:cNvSpPr>
            <a:spLocks noGrp="1"/>
          </p:cNvSpPr>
          <p:nvPr>
            <p:ph type="body" sz="quarter" idx="13"/>
          </p:nvPr>
        </p:nvSpPr>
        <p:spPr>
          <a:xfrm>
            <a:off x="6096000" y="5557903"/>
            <a:ext cx="5040313" cy="528998"/>
          </a:xfrm>
        </p:spPr>
        <p:txBody>
          <a:bodyPr>
            <a:noAutofit/>
          </a:bodyPr>
          <a:lstStyle>
            <a:lvl1pPr marL="0" indent="0" algn="r">
              <a:buFontTx/>
              <a:buNone/>
              <a:defRPr sz="2200" i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40644816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wrap="square" anchor="b">
            <a:noAutofit/>
          </a:bodyPr>
          <a:lstStyle>
            <a:lvl1pPr marL="0" indent="0">
              <a:buNone/>
              <a:defRPr sz="2800" b="1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097331"/>
          </a:xfrm>
        </p:spPr>
        <p:txBody>
          <a:bodyPr wrap="square">
            <a:no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  <a:noFill/>
        </p:spPr>
        <p:txBody>
          <a:bodyPr wrap="square" anchor="b">
            <a:noAutofit/>
          </a:bodyPr>
          <a:lstStyle>
            <a:lvl1pPr marL="0" indent="0">
              <a:buNone/>
              <a:defRPr sz="2800" b="1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097331"/>
          </a:xfrm>
        </p:spPr>
        <p:txBody>
          <a:bodyPr wrap="square">
            <a:no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fld id="{F46C79FD-C571-418B-AB0F-5EE936C85276}" type="slidenum">
              <a:rPr lang="en-GB" smtClean="0"/>
              <a:t>‹#›</a:t>
            </a:fld>
            <a:endParaRPr lang="en-GB"/>
          </a:p>
        </p:txBody>
      </p:sp>
      <p:cxnSp>
        <p:nvCxnSpPr>
          <p:cNvPr id="12" name="Straight Connector 11"/>
          <p:cNvCxnSpPr/>
          <p:nvPr userDrawn="1"/>
        </p:nvCxnSpPr>
        <p:spPr>
          <a:xfrm flipH="1">
            <a:off x="838199" y="0"/>
            <a:ext cx="1" cy="1276357"/>
          </a:xfrm>
          <a:prstGeom prst="line">
            <a:avLst/>
          </a:prstGeom>
          <a:ln w="28575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itle Placeholder 1"/>
          <p:cNvSpPr>
            <a:spLocks noGrp="1"/>
          </p:cNvSpPr>
          <p:nvPr>
            <p:ph type="title"/>
          </p:nvPr>
        </p:nvSpPr>
        <p:spPr>
          <a:xfrm>
            <a:off x="970722" y="482860"/>
            <a:ext cx="10515600" cy="782357"/>
          </a:xfrm>
          <a:prstGeom prst="rect">
            <a:avLst/>
          </a:prstGeom>
        </p:spPr>
        <p:txBody>
          <a:bodyPr vert="horz" lIns="91440" tIns="45720" rIns="91440" bIns="0" rtlCol="0" anchor="b" anchorCtr="0">
            <a:no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6374307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199" y="1825625"/>
            <a:ext cx="10905699" cy="3881904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defRPr/>
            </a:lvl1pPr>
            <a:lvl2pPr>
              <a:lnSpc>
                <a:spcPct val="100000"/>
              </a:lnSpc>
              <a:spcAft>
                <a:spcPts val="1800"/>
              </a:spcAft>
              <a:defRPr/>
            </a:lvl2pPr>
            <a:lvl3pPr>
              <a:lnSpc>
                <a:spcPct val="100000"/>
              </a:lnSpc>
              <a:spcAft>
                <a:spcPts val="1800"/>
              </a:spcAft>
              <a:defRPr/>
            </a:lvl3pPr>
            <a:lvl4pPr>
              <a:lnSpc>
                <a:spcPct val="100000"/>
              </a:lnSpc>
              <a:spcAft>
                <a:spcPts val="1800"/>
              </a:spcAft>
              <a:defRPr/>
            </a:lvl4pPr>
            <a:lvl5pPr>
              <a:lnSpc>
                <a:spcPct val="100000"/>
              </a:lnSpc>
              <a:spcAft>
                <a:spcPts val="1800"/>
              </a:spcAft>
              <a:defRPr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fld id="{F46C79FD-C571-418B-AB0F-5EE936C85276}" type="slidenum">
              <a:rPr lang="en-GB" smtClean="0"/>
              <a:t>‹#›</a:t>
            </a:fld>
            <a:endParaRPr lang="en-GB"/>
          </a:p>
        </p:txBody>
      </p:sp>
      <p:cxnSp>
        <p:nvCxnSpPr>
          <p:cNvPr id="7" name="Straight Connector 6"/>
          <p:cNvCxnSpPr/>
          <p:nvPr userDrawn="1"/>
        </p:nvCxnSpPr>
        <p:spPr>
          <a:xfrm flipH="1">
            <a:off x="838199" y="0"/>
            <a:ext cx="1" cy="1276357"/>
          </a:xfrm>
          <a:prstGeom prst="line">
            <a:avLst/>
          </a:prstGeom>
          <a:ln w="28575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itle Placeholder 1"/>
          <p:cNvSpPr>
            <a:spLocks noGrp="1"/>
          </p:cNvSpPr>
          <p:nvPr>
            <p:ph type="title"/>
          </p:nvPr>
        </p:nvSpPr>
        <p:spPr>
          <a:xfrm>
            <a:off x="970722" y="482860"/>
            <a:ext cx="10515600" cy="782357"/>
          </a:xfrm>
          <a:prstGeom prst="rect">
            <a:avLst/>
          </a:prstGeom>
        </p:spPr>
        <p:txBody>
          <a:bodyPr vert="horz" lIns="91440" tIns="45720" rIns="91440" bIns="0" rtlCol="0" anchor="b" anchorCtr="0">
            <a:no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3258030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198" y="1825625"/>
            <a:ext cx="5328000" cy="3906435"/>
          </a:xfrm>
        </p:spPr>
        <p:txBody>
          <a:bodyPr>
            <a:noAutofit/>
          </a:bodyPr>
          <a:lstStyle>
            <a:lvl3pPr>
              <a:spcBef>
                <a:spcPts val="0"/>
              </a:spcBef>
              <a:defRPr/>
            </a:lvl3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02250" y="1825625"/>
            <a:ext cx="5328000" cy="3906435"/>
          </a:xfrm>
        </p:spPr>
        <p:txBody>
          <a:bodyPr>
            <a:no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6C79FD-C571-418B-AB0F-5EE936C85276}" type="slidenum">
              <a:rPr lang="en-GB" smtClean="0"/>
              <a:t>‹#›</a:t>
            </a:fld>
            <a:endParaRPr lang="en-GB"/>
          </a:p>
        </p:txBody>
      </p:sp>
      <p:cxnSp>
        <p:nvCxnSpPr>
          <p:cNvPr id="10" name="Straight Connector 9"/>
          <p:cNvCxnSpPr/>
          <p:nvPr userDrawn="1"/>
        </p:nvCxnSpPr>
        <p:spPr>
          <a:xfrm flipH="1">
            <a:off x="838199" y="0"/>
            <a:ext cx="1" cy="1276357"/>
          </a:xfrm>
          <a:prstGeom prst="line">
            <a:avLst/>
          </a:prstGeom>
          <a:ln w="28575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itle Placeholder 1"/>
          <p:cNvSpPr>
            <a:spLocks noGrp="1"/>
          </p:cNvSpPr>
          <p:nvPr>
            <p:ph type="title"/>
          </p:nvPr>
        </p:nvSpPr>
        <p:spPr>
          <a:xfrm>
            <a:off x="970722" y="482860"/>
            <a:ext cx="10515600" cy="782357"/>
          </a:xfrm>
          <a:prstGeom prst="rect">
            <a:avLst/>
          </a:prstGeom>
        </p:spPr>
        <p:txBody>
          <a:bodyPr vert="horz" lIns="91440" tIns="45720" rIns="91440" bIns="0" rtlCol="0" anchor="b" anchorCtr="0">
            <a:no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556574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E581F6-020B-4130-9258-78653AA23AD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692400" y="1122363"/>
            <a:ext cx="7975600" cy="2387600"/>
          </a:xfrm>
          <a:ln>
            <a:noFill/>
          </a:ln>
        </p:spPr>
        <p:txBody>
          <a:bodyPr anchor="b"/>
          <a:lstStyle>
            <a:lvl1pPr algn="l">
              <a:defRPr sz="60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EAB7778-6D79-4DF6-A6C4-F669A2F95E0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92399" y="3602038"/>
            <a:ext cx="7975600" cy="1655762"/>
          </a:xfrm>
        </p:spPr>
        <p:txBody>
          <a:bodyPr>
            <a:normAutofit/>
          </a:bodyPr>
          <a:lstStyle>
            <a:lvl1pPr marL="0" indent="0" algn="l">
              <a:buNone/>
              <a:defRPr sz="2800" b="1">
                <a:solidFill>
                  <a:schemeClr val="bg2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nl-BE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ECFEAA23-DDAF-4ECF-8706-562D6DF86456}"/>
              </a:ext>
            </a:extLst>
          </p:cNvPr>
          <p:cNvCxnSpPr>
            <a:cxnSpLocks/>
          </p:cNvCxnSpPr>
          <p:nvPr userDrawn="1"/>
        </p:nvCxnSpPr>
        <p:spPr>
          <a:xfrm>
            <a:off x="1769533" y="1828800"/>
            <a:ext cx="0" cy="5029200"/>
          </a:xfrm>
          <a:prstGeom prst="line">
            <a:avLst/>
          </a:prstGeom>
          <a:ln w="5080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Graphic 4">
            <a:extLst>
              <a:ext uri="{FF2B5EF4-FFF2-40B4-BE49-F238E27FC236}">
                <a16:creationId xmlns:a16="http://schemas.microsoft.com/office/drawing/2014/main" id="{1BDACAD1-6D81-4C4C-A2D4-CDF9E180DD7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3487103" cy="11734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417070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 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Graphic 14">
            <a:extLst>
              <a:ext uri="{FF2B5EF4-FFF2-40B4-BE49-F238E27FC236}">
                <a16:creationId xmlns:a16="http://schemas.microsoft.com/office/drawing/2014/main" id="{FA6F8242-4BB9-4292-937E-562A121F545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" y="0"/>
            <a:ext cx="3487103" cy="1173480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E3E8BA1A-D532-4BB0-95AC-828E6AD91651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16139" b="51180"/>
          <a:stretch/>
        </p:blipFill>
        <p:spPr>
          <a:xfrm>
            <a:off x="0" y="3509963"/>
            <a:ext cx="5745441" cy="3348037"/>
          </a:xfrm>
          <a:prstGeom prst="rect">
            <a:avLst/>
          </a:prstGeom>
        </p:spPr>
      </p:pic>
      <p:pic>
        <p:nvPicPr>
          <p:cNvPr id="10" name="Graphic 9">
            <a:extLst>
              <a:ext uri="{FF2B5EF4-FFF2-40B4-BE49-F238E27FC236}">
                <a16:creationId xmlns:a16="http://schemas.microsoft.com/office/drawing/2014/main" id="{4BA03052-2DBD-45CD-8AA4-36802A11A87D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16139" b="29877"/>
          <a:stretch/>
        </p:blipFill>
        <p:spPr>
          <a:xfrm rot="10800000">
            <a:off x="6446561" y="0"/>
            <a:ext cx="5745438" cy="4809068"/>
          </a:xfrm>
          <a:prstGeom prst="rect">
            <a:avLst/>
          </a:prstGeom>
        </p:spPr>
      </p:pic>
      <p:pic>
        <p:nvPicPr>
          <p:cNvPr id="11" name="Graphic 10">
            <a:extLst>
              <a:ext uri="{FF2B5EF4-FFF2-40B4-BE49-F238E27FC236}">
                <a16:creationId xmlns:a16="http://schemas.microsoft.com/office/drawing/2014/main" id="{788B7EA4-D0C8-4CD4-BFFC-71BE0A5A16D6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 l="81513" b="16223"/>
          <a:stretch/>
        </p:blipFill>
        <p:spPr>
          <a:xfrm rot="16200000">
            <a:off x="8685997" y="3351994"/>
            <a:ext cx="1266571" cy="574543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EE581F6-020B-4130-9258-78653AA23AD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692400" y="1122363"/>
            <a:ext cx="7975600" cy="2387600"/>
          </a:xfrm>
          <a:ln>
            <a:noFill/>
          </a:ln>
        </p:spPr>
        <p:txBody>
          <a:bodyPr anchor="b"/>
          <a:lstStyle>
            <a:lvl1pPr algn="l">
              <a:defRPr sz="60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EAB7778-6D79-4DF6-A6C4-F669A2F95E0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92399" y="3602038"/>
            <a:ext cx="7975600" cy="1655762"/>
          </a:xfrm>
        </p:spPr>
        <p:txBody>
          <a:bodyPr>
            <a:normAutofit/>
          </a:bodyPr>
          <a:lstStyle>
            <a:lvl1pPr marL="0" indent="0" algn="l">
              <a:buNone/>
              <a:defRPr sz="2800" b="1">
                <a:solidFill>
                  <a:schemeClr val="bg2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46806148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56D8CF-CC50-45AF-B893-788C9B5CF1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BF5ED4-3321-43A2-BF8F-CC9F5E7CEF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394864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B736B28-74B1-4F52-849F-4513B32A2B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BE"/>
              <a:t>20.08.21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FA7C6B-8B0F-4AD6-AA84-F354571E8B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12BD542-D6E5-405E-A8FD-3237DD4033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3BCF5-A822-4033-88D0-CE017647B4F5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77650037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9E9A7E-1032-436E-9F71-B93878F4E8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>
                <a:solidFill>
                  <a:schemeClr val="bg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D4F41FB-FBC7-4B45-BB62-7FFB37619F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4"/>
            <a:ext cx="10515600" cy="1396470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2BFBC5B-CF5F-4F8C-BEA1-FC5F52EC10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BE"/>
              <a:t>20.08.21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EE0626-8A08-4071-87E4-EED8E8A286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7BCCF1-8FCF-4954-841C-43BDDE6401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3BCF5-A822-4033-88D0-CE017647B4F5}" type="slidenum">
              <a:rPr lang="nl-BE" smtClean="0"/>
              <a:t>‹#›</a:t>
            </a:fld>
            <a:endParaRPr lang="nl-BE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06C68D71-CCBC-4DD4-B206-E42106D07DB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" y="0"/>
            <a:ext cx="3487103" cy="1173480"/>
          </a:xfrm>
          <a:prstGeom prst="rect">
            <a:avLst/>
          </a:prstGeom>
        </p:spPr>
      </p:pic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9568891C-828A-4DB5-B4B5-38076DFA3B2A}"/>
              </a:ext>
            </a:extLst>
          </p:cNvPr>
          <p:cNvCxnSpPr>
            <a:cxnSpLocks/>
          </p:cNvCxnSpPr>
          <p:nvPr userDrawn="1"/>
        </p:nvCxnSpPr>
        <p:spPr>
          <a:xfrm flipH="1">
            <a:off x="0" y="804970"/>
            <a:ext cx="3699933" cy="0"/>
          </a:xfrm>
          <a:prstGeom prst="line">
            <a:avLst/>
          </a:prstGeom>
          <a:ln w="5080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Graphic 8">
            <a:extLst>
              <a:ext uri="{FF2B5EF4-FFF2-40B4-BE49-F238E27FC236}">
                <a16:creationId xmlns:a16="http://schemas.microsoft.com/office/drawing/2014/main" id="{39BA7C7A-819C-4BED-A6A2-346B3180C16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53800" y="5989954"/>
            <a:ext cx="731520" cy="731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139807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46A5F2-C20F-48CD-B3EC-F35C10A688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379C4C-C84B-46D5-8B77-9B5C3B92A3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397404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0CD97BA-7BBB-47F2-9790-0583C8D41FE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397404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7D50040-D1DC-43C9-878C-3EB5B5D5E5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BE"/>
              <a:t>20.08.21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D901A94-9617-4146-9325-AC19BA83FE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AF3FD32-71D0-4681-82CF-AA49431AB9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3BCF5-A822-4033-88D0-CE017647B4F5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045486684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3F5008-2B77-4B5C-9D76-9CB4C19FD2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A6C3D5A-9068-4598-BBB8-9C5EF4AB16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3DAA334-072A-45CA-A31F-CBA3BE34075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26919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C9AA62D-2053-4986-8911-AFF0F9ABE54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E9B9279-DE26-4013-A7D6-7BBDC1945BF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26919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234DA17-97DD-4E0B-BBD4-30C5B58019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BE"/>
              <a:t>20.08.21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2757E49-B1DA-4769-B1F6-EAD0D85ED4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4ED28B2-4D01-4F8B-BC6D-F284E62CD9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3BCF5-A822-4033-88D0-CE017647B4F5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44209607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068542-7177-47D4-A03D-FAD8A9F133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02D0216-A650-4C2D-97A8-108271D401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BE"/>
              <a:t>20.08.21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6A4C747-7DED-4CEF-9C8A-5178A125EC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33AD754-E594-4BD6-B086-1D871DE909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3BCF5-A822-4033-88D0-CE017647B4F5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97625929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5FC3AFD-877F-46F5-85F8-F1897CDDFF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BE"/>
              <a:t>20.08.21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B69C332-6AE6-4DDD-808A-B0C1F1B04A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ACCC55-E3D8-4C6F-BBBF-E6E534EC43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3BCF5-A822-4033-88D0-CE017647B4F5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585678210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62BD85-F79C-4DB3-8BC2-B0A5587A11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6D9B68-1F19-42A0-BF4A-AAB4D97F81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6"/>
            <a:ext cx="6169024" cy="4786842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3B448F8-DFC3-4173-89CA-C5A131FABB4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71686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9108B59-8EB2-4E61-91FF-A23996DF2E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BE"/>
              <a:t>20.08.21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BA6B842-4926-4521-87C9-6BA723E237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3731CB4-2170-4762-9447-6851D4702A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3BCF5-A822-4033-88D0-CE017647B4F5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565788676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2D7574-D5C0-450E-9FD7-EE94BB226B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4129843-8BBE-4F31-A779-81DBD546B80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494867" y="770467"/>
            <a:ext cx="5300134" cy="4560358"/>
          </a:xfrm>
          <a:noFill/>
          <a:ln>
            <a:noFill/>
          </a:ln>
          <a:effectLst>
            <a:outerShdw dist="381000" dir="2700000" algn="tl" rotWithShape="0">
              <a:schemeClr val="tx2"/>
            </a:outerShdw>
          </a:effectLst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nl-B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FC22698-3703-4ACD-BAC2-DCE64ED42D7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E8C9371-0967-4736-BD9E-06397624B6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BE"/>
              <a:t>20.08.21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24923DA-D423-4EC0-99E1-BC1D02C9C3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140468-A184-4BFC-965A-AC8C461044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3BCF5-A822-4033-88D0-CE017647B4F5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2418475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1.svg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3.xml"/><Relationship Id="rId3" Type="http://schemas.openxmlformats.org/officeDocument/2006/relationships/slideLayout" Target="../slideLayouts/slideLayout18.xml"/><Relationship Id="rId7" Type="http://schemas.openxmlformats.org/officeDocument/2006/relationships/slideLayout" Target="../slideLayouts/slideLayout22.xml"/><Relationship Id="rId12" Type="http://schemas.openxmlformats.org/officeDocument/2006/relationships/image" Target="../media/image7.svg"/><Relationship Id="rId2" Type="http://schemas.openxmlformats.org/officeDocument/2006/relationships/slideLayout" Target="../slideLayouts/slideLayout17.xml"/><Relationship Id="rId1" Type="http://schemas.openxmlformats.org/officeDocument/2006/relationships/slideLayout" Target="../slideLayouts/slideLayout16.xml"/><Relationship Id="rId6" Type="http://schemas.openxmlformats.org/officeDocument/2006/relationships/slideLayout" Target="../slideLayouts/slideLayout21.xml"/><Relationship Id="rId11" Type="http://schemas.openxmlformats.org/officeDocument/2006/relationships/theme" Target="../theme/theme2.xml"/><Relationship Id="rId5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5.xml"/><Relationship Id="rId4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>
            <a:lum/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2D3507F-C78C-0E4C-929B-9F56E7F513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1" y="71463"/>
            <a:ext cx="10498014" cy="720000"/>
          </a:xfrm>
          <a:prstGeom prst="rect">
            <a:avLst/>
          </a:prstGeom>
        </p:spPr>
        <p:txBody>
          <a:bodyPr vert="horz" lIns="0" tIns="45720" rIns="0" bIns="0" rtlCol="0" anchor="b" anchorCtr="0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L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BAA5AFE-711A-8F46-B92C-33CC44EC0C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2" y="1825625"/>
            <a:ext cx="10498015" cy="4351338"/>
          </a:xfrm>
          <a:prstGeom prst="rect">
            <a:avLst/>
          </a:prstGeom>
        </p:spPr>
        <p:txBody>
          <a:bodyPr vert="horz" lIns="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L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A71EB6D-8ABB-1147-8489-BE9B909BB1F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2" y="6421413"/>
            <a:ext cx="879389" cy="365125"/>
          </a:xfrm>
          <a:prstGeom prst="rect">
            <a:avLst/>
          </a:prstGeom>
        </p:spPr>
        <p:txBody>
          <a:bodyPr vert="horz" lIns="36000" tIns="45720" rIns="91440" bIns="45720" rtlCol="0" anchor="ctr"/>
          <a:lstStyle>
            <a:lvl1pPr algn="l">
              <a:defRPr sz="1200">
                <a:solidFill>
                  <a:schemeClr val="tx1"/>
                </a:solidFill>
              </a:defRPr>
            </a:lvl1pPr>
          </a:lstStyle>
          <a:p>
            <a:fld id="{99D93193-BD63-462C-943D-5686CE586CE0}" type="datetime1">
              <a:rPr lang="LID4096" smtClean="0"/>
              <a:t>06/09/2026</a:t>
            </a:fld>
            <a:endParaRPr lang="en-L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F2FBB7-A709-ED4D-AD81-E9B04C1432F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717589" y="6421413"/>
            <a:ext cx="4114800" cy="365125"/>
          </a:xfrm>
          <a:prstGeom prst="rect">
            <a:avLst/>
          </a:prstGeom>
        </p:spPr>
        <p:txBody>
          <a:bodyPr vert="horz" lIns="0" tIns="45720" rIns="91440" bIns="45720" rtlCol="0" anchor="ctr"/>
          <a:lstStyle>
            <a:lvl1pPr algn="l">
              <a:defRPr sz="1200">
                <a:solidFill>
                  <a:schemeClr val="tx1"/>
                </a:solidFill>
              </a:defRPr>
            </a:lvl1pPr>
          </a:lstStyle>
          <a:p>
            <a:endParaRPr lang="en-L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033531-99A1-D441-8201-5908D0505B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" y="6421413"/>
            <a:ext cx="70236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/>
                </a:solidFill>
              </a:defRPr>
            </a:lvl1pPr>
          </a:lstStyle>
          <a:p>
            <a:fld id="{229B4BBC-BB84-A046-AB44-125112278BC9}" type="slidenum">
              <a:rPr lang="en-LU" smtClean="0"/>
              <a:pPr/>
              <a:t>‹#›</a:t>
            </a:fld>
            <a:endParaRPr lang="en-LU"/>
          </a:p>
        </p:txBody>
      </p:sp>
    </p:spTree>
    <p:extLst>
      <p:ext uri="{BB962C8B-B14F-4D97-AF65-F5344CB8AC3E}">
        <p14:creationId xmlns:p14="http://schemas.microsoft.com/office/powerpoint/2010/main" val="14110381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6" r:id="rId2"/>
    <p:sldLayoutId id="2147483660" r:id="rId3"/>
    <p:sldLayoutId id="2147483652" r:id="rId4"/>
    <p:sldLayoutId id="2147483662" r:id="rId5"/>
    <p:sldLayoutId id="2147483661" r:id="rId6"/>
    <p:sldLayoutId id="2147483667" r:id="rId7"/>
    <p:sldLayoutId id="2147483663" r:id="rId8"/>
    <p:sldLayoutId id="2147483664" r:id="rId9"/>
    <p:sldLayoutId id="2147483653" r:id="rId10"/>
    <p:sldLayoutId id="2147483665" r:id="rId11"/>
    <p:sldLayoutId id="2147483668" r:id="rId12"/>
    <p:sldLayoutId id="2147483669" r:id="rId13"/>
    <p:sldLayoutId id="2147483670" r:id="rId14"/>
    <p:sldLayoutId id="2147483682" r:id="rId15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1" kern="1200">
          <a:solidFill>
            <a:schemeClr val="tx1"/>
          </a:solidFill>
          <a:latin typeface="+mn-lt"/>
          <a:ea typeface="+mj-ea"/>
          <a:cs typeface="+mj-cs"/>
        </a:defRPr>
      </a:lvl1pPr>
    </p:titleStyle>
    <p:bodyStyle>
      <a:lvl1pPr marL="180000" indent="-1800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360000" indent="-180000" algn="l" defTabSz="914400" rtl="0" eaLnBrk="1" latinLnBrk="0" hangingPunct="1">
        <a:lnSpc>
          <a:spcPct val="90000"/>
        </a:lnSpc>
        <a:spcBef>
          <a:spcPts val="500"/>
        </a:spcBef>
        <a:buFont typeface="System Font Regular"/>
        <a:buChar char="-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540000" indent="-180000" algn="l" defTabSz="914400" rtl="0" eaLnBrk="1" latinLnBrk="0" hangingPunct="1">
        <a:lnSpc>
          <a:spcPct val="90000"/>
        </a:lnSpc>
        <a:spcBef>
          <a:spcPts val="500"/>
        </a:spcBef>
        <a:buFont typeface="System Font Regular"/>
        <a:buChar char="-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720000" indent="-180000" algn="l" defTabSz="914400" rtl="0" eaLnBrk="1" latinLnBrk="0" hangingPunct="1">
        <a:lnSpc>
          <a:spcPct val="90000"/>
        </a:lnSpc>
        <a:spcBef>
          <a:spcPts val="500"/>
        </a:spcBef>
        <a:buFont typeface="System Font Regular"/>
        <a:buChar char="-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900000" indent="-180000" algn="l" defTabSz="914400" rtl="0" eaLnBrk="1" latinLnBrk="0" hangingPunct="1">
        <a:lnSpc>
          <a:spcPct val="90000"/>
        </a:lnSpc>
        <a:spcBef>
          <a:spcPts val="500"/>
        </a:spcBef>
        <a:buFont typeface="System Font Regular"/>
        <a:buChar char="-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L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phic 7">
            <a:extLst>
              <a:ext uri="{FF2B5EF4-FFF2-40B4-BE49-F238E27FC236}">
                <a16:creationId xmlns:a16="http://schemas.microsoft.com/office/drawing/2014/main" id="{3E7B2537-7D3A-437D-82B8-DC2DDA076D7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353800" y="5989954"/>
            <a:ext cx="731520" cy="731520"/>
          </a:xfrm>
          <a:prstGeom prst="rect">
            <a:avLst/>
          </a:prstGeom>
        </p:spPr>
      </p:pic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A3DD26B-B914-4EAC-9939-B47F6EF27F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B9798BA-32B7-4CA1-AFA2-6A8584CC91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16496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ED21A8-457C-4FDB-982B-D5550630CA0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9766913" y="6356349"/>
            <a:ext cx="71522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/>
                </a:solidFill>
              </a:defRPr>
            </a:lvl1pPr>
          </a:lstStyle>
          <a:p>
            <a:fld id="{AE753531-74F9-46DB-8226-2C37E7D3FBBB}" type="datetime3">
              <a:rPr lang="nl-BE" smtClean="0"/>
              <a:pPr/>
              <a:t>9.06.26</a:t>
            </a:fld>
            <a:endParaRPr lang="nl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B302D5-6185-4C20-ABA8-233BA23F740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38200" y="6356350"/>
            <a:ext cx="73660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/>
                </a:solidFill>
              </a:defRPr>
            </a:lvl1pPr>
          </a:lstStyle>
          <a:p>
            <a:endParaRPr lang="nl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F30EE3-729E-4E77-8DE2-9A17D57593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482142" y="6356350"/>
            <a:ext cx="71522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/>
                </a:solidFill>
              </a:defRPr>
            </a:lvl1pPr>
          </a:lstStyle>
          <a:p>
            <a:fld id="{19EDAD88-78F8-43C4-9AF1-FA54ECAE1AE2}" type="slidenum">
              <a:rPr lang="nl-BE" smtClean="0"/>
              <a:pPr/>
              <a:t>‹#›</a:t>
            </a:fld>
            <a:endParaRPr lang="nl-BE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468B8C69-F25E-494C-A21B-E10A8020476C}"/>
              </a:ext>
            </a:extLst>
          </p:cNvPr>
          <p:cNvCxnSpPr>
            <a:cxnSpLocks/>
          </p:cNvCxnSpPr>
          <p:nvPr userDrawn="1"/>
        </p:nvCxnSpPr>
        <p:spPr>
          <a:xfrm>
            <a:off x="179243" y="-69574"/>
            <a:ext cx="0" cy="7007087"/>
          </a:xfrm>
          <a:prstGeom prst="line">
            <a:avLst/>
          </a:prstGeom>
          <a:ln w="381000">
            <a:solidFill>
              <a:schemeClr val="bg2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69463790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72" r:id="rId1"/>
    <p:sldLayoutId id="2147483673" r:id="rId2"/>
    <p:sldLayoutId id="2147483674" r:id="rId3"/>
    <p:sldLayoutId id="2147483675" r:id="rId4"/>
    <p:sldLayoutId id="2147483676" r:id="rId5"/>
    <p:sldLayoutId id="2147483677" r:id="rId6"/>
    <p:sldLayoutId id="2147483678" r:id="rId7"/>
    <p:sldLayoutId id="2147483679" r:id="rId8"/>
    <p:sldLayoutId id="2147483680" r:id="rId9"/>
    <p:sldLayoutId id="2147483681" r:id="rId10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b="1" kern="1200">
          <a:solidFill>
            <a:schemeClr val="tx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bg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hyperlink" Target="mailto:OPESPD@publications.europa.eu" TargetMode="Externa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ted.europa.eu/espd-wgm/monthly.html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4" Type="http://schemas.openxmlformats.org/officeDocument/2006/relationships/hyperlink" Target="https://op.europa.eu/en/web/ted-together/agenda_2025_11_27" TargetMode="Externa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OP-TED/ESPD-EDM/issues/431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4" Type="http://schemas.openxmlformats.org/officeDocument/2006/relationships/hyperlink" Target="https://github.com/OP-TED/ESPD-EDM/issues/356" TargetMode="Externa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OP-TED/espd-conceptual-model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OP-TED/espd-tools" TargetMode="External"/><Relationship Id="rId2" Type="http://schemas.openxmlformats.org/officeDocument/2006/relationships/hyperlink" Target="https://github.com/OP-TED/espd-conceptual-model" TargetMode="External"/><Relationship Id="rId1" Type="http://schemas.openxmlformats.org/officeDocument/2006/relationships/slideLayout" Target="../slideLayouts/slideLayout3.xml"/><Relationship Id="rId4" Type="http://schemas.openxmlformats.org/officeDocument/2006/relationships/hyperlink" Target="https://github.com/OP-TED/ESPD-EDM" TargetMode="Externa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OP-TED/espd-validation-schematron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ted.europa.eu/en/news/2026-event-calendar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hyperlink" Target="mailto:OPESPD@publications.europa.eu" TargetMode="External"/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B29C9A-550B-114F-9B2F-060018805E2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60585" y="3495674"/>
            <a:ext cx="6449890" cy="2107621"/>
          </a:xfrm>
        </p:spPr>
        <p:txBody>
          <a:bodyPr>
            <a:normAutofit fontScale="90000"/>
          </a:bodyPr>
          <a:lstStyle/>
          <a:p>
            <a:pPr>
              <a:spcBef>
                <a:spcPts val="600"/>
              </a:spcBef>
              <a:spcAft>
                <a:spcPts val="1800"/>
              </a:spcAft>
            </a:pPr>
            <a:r>
              <a:rPr lang="en-US" sz="3600"/>
              <a:t>Maintenance and evolution of the ESPD-EDM</a:t>
            </a:r>
            <a:br>
              <a:rPr lang="en-US"/>
            </a:br>
            <a:r>
              <a:rPr lang="en-US" sz="3100" i="1" cap="none"/>
              <a:t>Publications Office </a:t>
            </a:r>
            <a:r>
              <a:rPr lang="en-US" sz="3100" i="1"/>
              <a:t>– C.3</a:t>
            </a:r>
            <a:br>
              <a:rPr lang="en-US" sz="3100" i="1"/>
            </a:br>
            <a:br>
              <a:rPr lang="en-US" sz="3100" i="1"/>
            </a:br>
            <a:r>
              <a:rPr lang="en-US" sz="3600" b="1"/>
              <a:t>ESPD-EDM Open User Community Meeting</a:t>
            </a:r>
            <a:br>
              <a:rPr lang="en-US" b="1"/>
            </a:br>
            <a:endParaRPr lang="en-US" b="1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C6FCB52-11F2-7444-BFF5-C56D3454EB6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60585" y="5228254"/>
            <a:ext cx="6564923" cy="374125"/>
          </a:xfrm>
        </p:spPr>
        <p:txBody>
          <a:bodyPr vert="horz" lIns="0" tIns="45720" rIns="91440" bIns="45720" rtlCol="0" anchor="t">
            <a:normAutofit/>
          </a:bodyPr>
          <a:lstStyle/>
          <a:p>
            <a:r>
              <a:rPr lang="fr-FR"/>
              <a:t>11th June 2026</a:t>
            </a:r>
          </a:p>
          <a:p>
            <a:endParaRPr lang="en-LU"/>
          </a:p>
        </p:txBody>
      </p:sp>
    </p:spTree>
    <p:extLst>
      <p:ext uri="{BB962C8B-B14F-4D97-AF65-F5344CB8AC3E}">
        <p14:creationId xmlns:p14="http://schemas.microsoft.com/office/powerpoint/2010/main" val="3646089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5">
            <a:extLst>
              <a:ext uri="{FF2B5EF4-FFF2-40B4-BE49-F238E27FC236}">
                <a16:creationId xmlns:a16="http://schemas.microsoft.com/office/drawing/2014/main" id="{0D6CA866-2BD3-90EE-EF41-3BFB177E2441}"/>
              </a:ext>
            </a:extLst>
          </p:cNvPr>
          <p:cNvSpPr txBox="1"/>
          <p:nvPr/>
        </p:nvSpPr>
        <p:spPr>
          <a:xfrm>
            <a:off x="972403" y="2856707"/>
            <a:ext cx="5699071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Bef>
                <a:spcPts val="1200"/>
              </a:spcBef>
              <a:spcAft>
                <a:spcPts val="1200"/>
              </a:spcAft>
              <a:buClr>
                <a:srgbClr val="0070C0"/>
              </a:buClr>
            </a:pPr>
            <a:r>
              <a:rPr lang="en-GB" sz="2000"/>
              <a:t>Due to the Data Protection Regulation, your name will not be published in the list of attendees of the meeting if you have an objection.</a:t>
            </a:r>
          </a:p>
          <a:p>
            <a:pPr algn="just">
              <a:spcBef>
                <a:spcPts val="1200"/>
              </a:spcBef>
              <a:spcAft>
                <a:spcPts val="1200"/>
              </a:spcAft>
              <a:buClr>
                <a:srgbClr val="0070C0"/>
              </a:buClr>
            </a:pPr>
            <a:r>
              <a:rPr lang="en-GB" sz="2000"/>
              <a:t>Objections can be sent during this meeting to </a:t>
            </a:r>
            <a:r>
              <a:rPr lang="fr-BE" sz="2000">
                <a:hlinkClick r:id="rId2"/>
              </a:rPr>
              <a:t>OPESPD@publications.europa.eu</a:t>
            </a:r>
            <a:endParaRPr lang="en-GB">
              <a:solidFill>
                <a:srgbClr val="FF0000"/>
              </a:solidFill>
            </a:endParaRP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94CAD38B-A42E-9AEE-677D-9C0EA52F247E}"/>
              </a:ext>
            </a:extLst>
          </p:cNvPr>
          <p:cNvSpPr/>
          <p:nvPr/>
        </p:nvSpPr>
        <p:spPr>
          <a:xfrm>
            <a:off x="751758" y="2429043"/>
            <a:ext cx="6276841" cy="267522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a-ES" sz="2000"/>
          </a:p>
        </p:txBody>
      </p:sp>
    </p:spTree>
    <p:extLst>
      <p:ext uri="{BB962C8B-B14F-4D97-AF65-F5344CB8AC3E}">
        <p14:creationId xmlns:p14="http://schemas.microsoft.com/office/powerpoint/2010/main" val="27040754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DBBB6F9A-70A4-63CD-721D-E4EAE92BE53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60587" y="1532672"/>
            <a:ext cx="6564923" cy="1181033"/>
          </a:xfrm>
        </p:spPr>
        <p:txBody>
          <a:bodyPr/>
          <a:lstStyle/>
          <a:p>
            <a:r>
              <a:rPr lang="fr-FR"/>
              <a:t>Table of contents</a:t>
            </a: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67AD3164-9F40-E8FE-4B28-F9581136DD4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60587" y="2840837"/>
            <a:ext cx="7167250" cy="3495746"/>
          </a:xfrm>
        </p:spPr>
        <p:txBody>
          <a:bodyPr vert="horz" lIns="0" tIns="45720" rIns="91440" bIns="45720" rtlCol="0" anchor="t">
            <a:normAutofit/>
          </a:bodyPr>
          <a:lstStyle/>
          <a:p>
            <a:pPr marL="457200" indent="-457200">
              <a:buAutoNum type="arabicPeriod"/>
            </a:pPr>
            <a:r>
              <a:rPr lang="en-US"/>
              <a:t>Summary OUC 2nd October 2025</a:t>
            </a:r>
          </a:p>
          <a:p>
            <a:pPr marL="457200" indent="-457200">
              <a:buFont typeface="Arial" panose="020B0604020202020204" pitchFamily="34" charset="0"/>
              <a:buAutoNum type="arabicPeriod"/>
            </a:pPr>
            <a:r>
              <a:rPr lang="en-US">
                <a:cs typeface="Calibri"/>
              </a:rPr>
              <a:t>GitHub status</a:t>
            </a:r>
            <a:endParaRPr lang="en-US">
              <a:ea typeface="Calibri"/>
              <a:cs typeface="Calibri"/>
            </a:endParaRPr>
          </a:p>
          <a:p>
            <a:pPr marL="457200" indent="-457200">
              <a:buAutoNum type="arabicPeriod"/>
            </a:pPr>
            <a:r>
              <a:rPr lang="en-US">
                <a:ea typeface="Calibri"/>
                <a:cs typeface="Calibri"/>
              </a:rPr>
              <a:t>ESPD-EDM v5.0.0 overview</a:t>
            </a:r>
          </a:p>
          <a:p>
            <a:pPr marL="457200" indent="-457200">
              <a:buAutoNum type="arabicPeriod"/>
            </a:pPr>
            <a:r>
              <a:rPr lang="en-US">
                <a:ea typeface="+mn-lt"/>
                <a:cs typeface="+mn-lt"/>
              </a:rPr>
              <a:t>Restructure of repositories</a:t>
            </a:r>
            <a:endParaRPr lang="en-US">
              <a:ea typeface="Calibri"/>
              <a:cs typeface="Calibri"/>
            </a:endParaRPr>
          </a:p>
          <a:p>
            <a:pPr marL="457200" indent="-457200">
              <a:buAutoNum type="arabicPeriod"/>
            </a:pPr>
            <a:r>
              <a:rPr lang="en-US">
                <a:ea typeface="Calibri"/>
                <a:cs typeface="Calibri"/>
              </a:rPr>
              <a:t>Validation improvements</a:t>
            </a:r>
          </a:p>
          <a:p>
            <a:pPr marL="457200" indent="-457200">
              <a:buAutoNum type="arabicPeriod"/>
            </a:pPr>
            <a:r>
              <a:rPr lang="en-US">
                <a:ea typeface="Calibri"/>
                <a:cs typeface="Calibri"/>
              </a:rPr>
              <a:t>Next steps</a:t>
            </a:r>
          </a:p>
          <a:p>
            <a:pPr marL="457200" indent="-457200">
              <a:buAutoNum type="arabicPeriod"/>
            </a:pPr>
            <a:r>
              <a:rPr lang="en-US">
                <a:cs typeface="Calibri"/>
              </a:rPr>
              <a:t>Next meetings &amp; AOB</a:t>
            </a:r>
            <a:endParaRPr lang="en-US"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5529209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0262FE-51C3-9547-9ED8-C7F938F2B0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/>
              <a:t>1. Summary OUC meeting on 2</a:t>
            </a:r>
            <a:r>
              <a:rPr lang="en-US" baseline="30000"/>
              <a:t>nd</a:t>
            </a:r>
            <a:r>
              <a:rPr lang="en-US"/>
              <a:t> October 2025</a:t>
            </a:r>
            <a:endParaRPr lang="en-L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519C3AC-0C5A-EB6B-F55A-83F8250CDB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9B4BBC-BB84-A046-AB44-125112278BC9}" type="slidenum">
              <a:rPr lang="en-LU" smtClean="0"/>
              <a:pPr/>
              <a:t>4</a:t>
            </a:fld>
            <a:endParaRPr lang="en-L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6EEE32-05B1-3943-B6B7-F172254DA883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38201" y="1603171"/>
            <a:ext cx="10906124" cy="4460171"/>
          </a:xfrm>
        </p:spPr>
        <p:txBody>
          <a:bodyPr vert="horz" lIns="0" tIns="45720" rIns="91440" bIns="45720" rtlCol="0" anchor="t">
            <a:normAutofit fontScale="25000" lnSpcReduction="20000"/>
          </a:bodyPr>
          <a:lstStyle/>
          <a:p>
            <a:pPr marL="358775" indent="-358775">
              <a:buFont typeface="Wingdings" panose="05000000000000000000" pitchFamily="2" charset="2"/>
              <a:buChar char="Ø"/>
            </a:pPr>
            <a:r>
              <a:rPr lang="en-US" sz="8000" i="1">
                <a:solidFill>
                  <a:srgbClr val="000000"/>
                </a:solidFill>
                <a:ea typeface="Calibri"/>
                <a:cs typeface="Calibri"/>
              </a:rPr>
              <a:t>ESPD-EDM v4.1.0</a:t>
            </a:r>
          </a:p>
          <a:p>
            <a:pPr marL="1181100" indent="-285750">
              <a:buFont typeface="Wingdings" panose="05000000000000000000" pitchFamily="2" charset="2"/>
              <a:buChar char="Ø"/>
            </a:pPr>
            <a:r>
              <a:rPr lang="en-US" sz="7200" err="1">
                <a:solidFill>
                  <a:srgbClr val="000000"/>
                </a:solidFill>
                <a:ea typeface="+mn-lt"/>
                <a:cs typeface="+mn-lt"/>
              </a:rPr>
              <a:t>Subcriterion</a:t>
            </a:r>
            <a:r>
              <a:rPr lang="en-US" sz="7200">
                <a:solidFill>
                  <a:srgbClr val="000000"/>
                </a:solidFill>
                <a:ea typeface="+mn-lt"/>
                <a:cs typeface="+mn-lt"/>
              </a:rPr>
              <a:t> simplification </a:t>
            </a:r>
            <a:endParaRPr lang="en-US" sz="7200">
              <a:solidFill>
                <a:srgbClr val="000000"/>
              </a:solidFill>
              <a:ea typeface="Calibri"/>
              <a:cs typeface="Calibri"/>
            </a:endParaRPr>
          </a:p>
          <a:p>
            <a:pPr marL="1181100" indent="-285750">
              <a:buFont typeface="Wingdings" panose="05000000000000000000" pitchFamily="2" charset="2"/>
              <a:buChar char="Ø"/>
            </a:pPr>
            <a:r>
              <a:rPr lang="en-US" sz="7200">
                <a:solidFill>
                  <a:srgbClr val="000000"/>
                </a:solidFill>
                <a:ea typeface="+mn-lt"/>
                <a:cs typeface="+mn-lt"/>
              </a:rPr>
              <a:t>The relied upon entities </a:t>
            </a:r>
            <a:endParaRPr lang="en-US" sz="7200">
              <a:solidFill>
                <a:srgbClr val="000000"/>
              </a:solidFill>
              <a:ea typeface="Calibri"/>
              <a:cs typeface="Calibri"/>
            </a:endParaRPr>
          </a:p>
          <a:p>
            <a:pPr marL="1181100" indent="-285750">
              <a:buFont typeface="Wingdings" panose="05000000000000000000" pitchFamily="2" charset="2"/>
              <a:buChar char="Ø"/>
            </a:pPr>
            <a:r>
              <a:rPr lang="en-US" sz="7200">
                <a:solidFill>
                  <a:srgbClr val="000000"/>
                </a:solidFill>
                <a:ea typeface="+mn-lt"/>
                <a:cs typeface="+mn-lt"/>
              </a:rPr>
              <a:t>Evidence block moved at top level</a:t>
            </a:r>
            <a:endParaRPr lang="en-US" sz="7200" i="1">
              <a:solidFill>
                <a:srgbClr val="000000"/>
              </a:solidFill>
              <a:ea typeface="Calibri"/>
              <a:cs typeface="Calibri"/>
            </a:endParaRPr>
          </a:p>
          <a:p>
            <a:pPr marL="358775" indent="-358775">
              <a:buFont typeface="Wingdings"/>
              <a:buChar char="Ø"/>
            </a:pPr>
            <a:endParaRPr lang="en-US" sz="7200" i="1">
              <a:solidFill>
                <a:srgbClr val="000000"/>
              </a:solidFill>
              <a:ea typeface="Calibri"/>
              <a:cs typeface="Calibri"/>
            </a:endParaRPr>
          </a:p>
          <a:p>
            <a:pPr marL="358775" indent="-358775">
              <a:buFont typeface="Wingdings"/>
              <a:buChar char="Ø"/>
            </a:pPr>
            <a:r>
              <a:rPr lang="en-US" sz="8000" i="1">
                <a:solidFill>
                  <a:srgbClr val="000000"/>
                </a:solidFill>
                <a:ea typeface="Calibri"/>
                <a:cs typeface="Calibri"/>
              </a:rPr>
              <a:t>GitHub status –  open and closed tickets</a:t>
            </a:r>
            <a:endParaRPr lang="en-US" sz="8000">
              <a:ea typeface="Calibri"/>
              <a:cs typeface="Calibri"/>
            </a:endParaRPr>
          </a:p>
          <a:p>
            <a:pPr marL="1181100" indent="-285750">
              <a:buFont typeface="Wingdings" panose="020B0604020202020204" pitchFamily="34" charset="0"/>
              <a:buChar char="Ø"/>
            </a:pPr>
            <a:r>
              <a:rPr lang="en-US" sz="7200" i="1">
                <a:solidFill>
                  <a:srgbClr val="000000"/>
                </a:solidFill>
                <a:ea typeface="Calibri"/>
                <a:cs typeface="Calibri"/>
              </a:rPr>
              <a:t>Three tickets closed</a:t>
            </a:r>
          </a:p>
          <a:p>
            <a:pPr marL="1181100" indent="-285750">
              <a:buFont typeface="Wingdings" panose="020B0604020202020204" pitchFamily="34" charset="0"/>
              <a:buChar char="Ø"/>
            </a:pPr>
            <a:endParaRPr lang="en-US" sz="5600" i="1">
              <a:ea typeface="+mn-lt"/>
              <a:cs typeface="+mn-lt"/>
            </a:endParaRPr>
          </a:p>
          <a:p>
            <a:pPr marL="358775" indent="-358775">
              <a:buFont typeface="Wingdings,Sans-Serif"/>
              <a:buChar char="Ø"/>
            </a:pPr>
            <a:r>
              <a:rPr lang="en-US" sz="8000" i="1">
                <a:solidFill>
                  <a:srgbClr val="000000"/>
                </a:solidFill>
                <a:ea typeface="+mn-lt"/>
                <a:cs typeface="+mn-lt"/>
              </a:rPr>
              <a:t>Business Rules – new approach</a:t>
            </a:r>
            <a:endParaRPr lang="en-US" sz="8000" i="1">
              <a:solidFill>
                <a:srgbClr val="000000"/>
              </a:solidFill>
              <a:ea typeface="Calibri"/>
              <a:cs typeface="Calibri"/>
            </a:endParaRPr>
          </a:p>
          <a:p>
            <a:pPr marL="1181100" indent="-285750">
              <a:buFont typeface="Wingdings,Sans-Serif"/>
              <a:buChar char="Ø"/>
            </a:pPr>
            <a:r>
              <a:rPr lang="en-US" sz="7200">
                <a:solidFill>
                  <a:srgbClr val="000000"/>
                </a:solidFill>
                <a:ea typeface="+mn-lt"/>
                <a:cs typeface="+mn-lt"/>
              </a:rPr>
              <a:t>Aligning with </a:t>
            </a:r>
            <a:r>
              <a:rPr lang="en-US" sz="7200" err="1">
                <a:solidFill>
                  <a:srgbClr val="000000"/>
                </a:solidFill>
                <a:ea typeface="+mn-lt"/>
                <a:cs typeface="+mn-lt"/>
              </a:rPr>
              <a:t>eForms</a:t>
            </a:r>
            <a:r>
              <a:rPr lang="en-US" sz="7200">
                <a:solidFill>
                  <a:srgbClr val="000000"/>
                </a:solidFill>
                <a:ea typeface="+mn-lt"/>
                <a:cs typeface="+mn-lt"/>
              </a:rPr>
              <a:t> Business Rules style</a:t>
            </a:r>
            <a:endParaRPr lang="en-US" sz="7200" i="1">
              <a:solidFill>
                <a:srgbClr val="000000"/>
              </a:solidFill>
              <a:ea typeface="+mn-lt"/>
              <a:cs typeface="+mn-lt"/>
            </a:endParaRPr>
          </a:p>
          <a:p>
            <a:pPr marL="1181100" indent="-285750">
              <a:buFont typeface="Wingdings,Sans-Serif"/>
              <a:buChar char="Ø"/>
            </a:pPr>
            <a:r>
              <a:rPr lang="en-US" sz="7200">
                <a:solidFill>
                  <a:srgbClr val="000000"/>
                </a:solidFill>
                <a:ea typeface="+mn-lt"/>
                <a:cs typeface="+mn-lt"/>
              </a:rPr>
              <a:t>ESPD-EDM specific rules</a:t>
            </a:r>
            <a:endParaRPr lang="en-US" sz="7200">
              <a:solidFill>
                <a:srgbClr val="000000"/>
              </a:solidFill>
              <a:ea typeface="Calibri"/>
              <a:cs typeface="Calibri"/>
            </a:endParaRPr>
          </a:p>
          <a:p>
            <a:pPr marL="1181100" indent="-285750">
              <a:buFont typeface="Wingdings" panose="020B0604020202020204" pitchFamily="34" charset="0"/>
              <a:buChar char="Ø"/>
            </a:pPr>
            <a:endParaRPr lang="en-US" sz="1500" i="1">
              <a:ea typeface="+mn-lt"/>
              <a:cs typeface="+mn-lt"/>
            </a:endParaRPr>
          </a:p>
          <a:p>
            <a:pPr marL="358775" indent="-358775">
              <a:buFont typeface="Wingdings,Sans-Serif" panose="020B0604020202020204" pitchFamily="34" charset="0"/>
              <a:buChar char="Ø"/>
            </a:pPr>
            <a:r>
              <a:rPr lang="en-US" sz="8000" i="1">
                <a:solidFill>
                  <a:srgbClr val="000000"/>
                </a:solidFill>
                <a:ea typeface="Calibri"/>
                <a:cs typeface="Calibri"/>
              </a:rPr>
              <a:t>Insights of an ESPD implementation - </a:t>
            </a:r>
            <a:r>
              <a:rPr lang="en-US" sz="8000" i="1">
                <a:solidFill>
                  <a:srgbClr val="000000"/>
                </a:solidFill>
                <a:ea typeface="+mn-lt"/>
                <a:cs typeface="+mn-lt"/>
              </a:rPr>
              <a:t>TED-together meeting 27-28th November 2025</a:t>
            </a:r>
          </a:p>
          <a:p>
            <a:pPr marL="1181100" indent="-285750">
              <a:buFont typeface="Wingdings,Sans-Serif" panose="020B0604020202020204" pitchFamily="34" charset="0"/>
              <a:buChar char="Ø"/>
            </a:pPr>
            <a:r>
              <a:rPr lang="en-US" sz="7200" i="1">
                <a:solidFill>
                  <a:srgbClr val="000000"/>
                </a:solidFill>
                <a:ea typeface="Calibri"/>
                <a:cs typeface="Calibri"/>
              </a:rPr>
              <a:t>Case study by Michaël DE WINNE, Federal Public Service Policy and Support (BOSA) – Belgium</a:t>
            </a:r>
          </a:p>
          <a:p>
            <a:pPr marL="0" indent="0">
              <a:buNone/>
            </a:pPr>
            <a:endParaRPr lang="en-US" sz="2400" i="1">
              <a:solidFill>
                <a:srgbClr val="333333"/>
              </a:solidFill>
              <a:highlight>
                <a:srgbClr val="FFFF00"/>
              </a:highlight>
              <a:ea typeface="Calibri"/>
              <a:cs typeface="Calibri"/>
            </a:endParaRPr>
          </a:p>
          <a:p>
            <a:pPr marL="0" indent="0">
              <a:buNone/>
            </a:pPr>
            <a:endParaRPr lang="en-US" sz="1800" i="1">
              <a:solidFill>
                <a:srgbClr val="333333"/>
              </a:solidFill>
              <a:ea typeface="Calibri" panose="020F0502020204030204"/>
              <a:cs typeface="Calibri" panose="020F0502020204030204"/>
            </a:endParaRPr>
          </a:p>
          <a:p>
            <a:pPr marL="6281420" indent="0">
              <a:buNone/>
            </a:pPr>
            <a:endParaRPr lang="en-US" sz="1800" i="1">
              <a:solidFill>
                <a:srgbClr val="333333"/>
              </a:solidFill>
              <a:ea typeface="Calibri" panose="020F0502020204030204"/>
              <a:cs typeface="Calibri" panose="020F0502020204030204"/>
            </a:endParaRPr>
          </a:p>
          <a:p>
            <a:pPr marL="6281420" indent="0">
              <a:buNone/>
            </a:pPr>
            <a:endParaRPr lang="en-US" sz="1800" i="1">
              <a:solidFill>
                <a:srgbClr val="333333"/>
              </a:solidFill>
              <a:ea typeface="Calibri" panose="020F0502020204030204"/>
              <a:cs typeface="Calibri" panose="020F0502020204030204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7F7CF56-95DD-32F5-E7F0-77DDD56B57E1}"/>
              </a:ext>
            </a:extLst>
          </p:cNvPr>
          <p:cNvSpPr txBox="1"/>
          <p:nvPr/>
        </p:nvSpPr>
        <p:spPr>
          <a:xfrm>
            <a:off x="7581282" y="1805355"/>
            <a:ext cx="4428964" cy="190821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IE" sz="2000" b="1">
                <a:solidFill>
                  <a:srgbClr val="569847"/>
                </a:solidFill>
              </a:rPr>
              <a:t>Where to find?</a:t>
            </a:r>
          </a:p>
          <a:p>
            <a:endParaRPr lang="en-IE" sz="1400" b="1">
              <a:solidFill>
                <a:srgbClr val="569847"/>
              </a:solidFill>
              <a:hlinkClick r:id="rId3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  <a:p>
            <a:r>
              <a:rPr lang="en-IE" sz="1400" b="1">
                <a:solidFill>
                  <a:srgbClr val="569847"/>
                </a:solidFill>
              </a:rPr>
              <a:t>Regular OUC meetings</a:t>
            </a:r>
            <a:endParaRPr lang="en-IE" sz="1400" b="1">
              <a:solidFill>
                <a:srgbClr val="569847"/>
              </a:solidFill>
              <a:ea typeface="Calibri"/>
              <a:cs typeface="Calibri"/>
            </a:endParaRPr>
          </a:p>
          <a:p>
            <a:r>
              <a:rPr lang="en-US" sz="1400">
                <a:hlinkClick r:id="rId3"/>
              </a:rPr>
              <a:t>docs.ted.europa.eu/espd-wgm/monthly</a:t>
            </a:r>
            <a:endParaRPr lang="en-US" sz="1400">
              <a:ea typeface="Calibri"/>
              <a:cs typeface="Calibri"/>
              <a:hlinkClick r:id="rId3"/>
            </a:endParaRPr>
          </a:p>
          <a:p>
            <a:endParaRPr lang="en-US" sz="1400" b="1">
              <a:hlinkClick r:id="rId3"/>
            </a:endParaRPr>
          </a:p>
          <a:p>
            <a:r>
              <a:rPr lang="en-IE" sz="1400" b="1">
                <a:solidFill>
                  <a:srgbClr val="569847"/>
                </a:solidFill>
              </a:rPr>
              <a:t>TED Together</a:t>
            </a:r>
            <a:endParaRPr lang="en-IE" sz="1400" b="1">
              <a:solidFill>
                <a:srgbClr val="569847"/>
              </a:solidFill>
              <a:ea typeface="Calibri"/>
              <a:cs typeface="Calibri"/>
            </a:endParaRPr>
          </a:p>
          <a:p>
            <a:r>
              <a:rPr lang="en-IE" sz="1400">
                <a:solidFill>
                  <a:srgbClr val="569847"/>
                </a:solidFill>
                <a:ea typeface="+mn-lt"/>
                <a:cs typeface="+mn-lt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op.europa.eu/en/web/ted-together</a:t>
            </a:r>
            <a:r>
              <a:rPr lang="en-IE" sz="1400">
                <a:solidFill>
                  <a:srgbClr val="569847"/>
                </a:solidFill>
                <a:ea typeface="+mn-lt"/>
                <a:cs typeface="+mn-lt"/>
                <a:hlinkClick r:id="rId4"/>
              </a:rPr>
              <a:t> </a:t>
            </a:r>
            <a:r>
              <a:rPr lang="en-IE" sz="1400">
                <a:solidFill>
                  <a:srgbClr val="569847"/>
                </a:solidFill>
                <a:ea typeface="+mn-lt"/>
                <a:cs typeface="+mn-lt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2025</a:t>
            </a:r>
            <a:endParaRPr lang="en-IE" sz="1400">
              <a:solidFill>
                <a:srgbClr val="569847"/>
              </a:solidFill>
              <a:ea typeface="Calibri"/>
              <a:cs typeface="Calibri"/>
              <a:hlinkClick r:id="" action="ppaction://noaction"/>
            </a:endParaRPr>
          </a:p>
          <a:p>
            <a:endParaRPr lang="en-IE" sz="1400" b="1">
              <a:ea typeface="Calibri" panose="020F0502020204030204"/>
              <a:cs typeface="Calibri" panose="020F0502020204030204"/>
              <a:hlinkClick r:id="rId3"/>
            </a:endParaRPr>
          </a:p>
        </p:txBody>
      </p:sp>
    </p:spTree>
    <p:extLst>
      <p:ext uri="{BB962C8B-B14F-4D97-AF65-F5344CB8AC3E}">
        <p14:creationId xmlns:p14="http://schemas.microsoft.com/office/powerpoint/2010/main" val="377732788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B0B79D-8B76-5991-74F0-A1D95062DD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fr-FR"/>
              <a:t>2. </a:t>
            </a:r>
            <a:r>
              <a:rPr lang="en-US">
                <a:ea typeface="Calibri"/>
                <a:cs typeface="Calibri"/>
              </a:rPr>
              <a:t>ESPD-EDM - GitHub status – Closed issues (2)</a:t>
            </a:r>
            <a:endParaRPr lang="fr-FR">
              <a:latin typeface="Calibri"/>
              <a:ea typeface="Calibri"/>
              <a:cs typeface="Calibri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AEA9C18-A2A1-26C3-5B41-B561EFFDF3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9B4BBC-BB84-A046-AB44-125112278BC9}" type="slidenum">
              <a:rPr lang="en-LU" smtClean="0"/>
              <a:pPr/>
              <a:t>5</a:t>
            </a:fld>
            <a:endParaRPr lang="en-LU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2B044A9-8360-282C-65A5-A3D6B1654DCF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en-US"/>
          </a:p>
        </p:txBody>
      </p:sp>
      <p:graphicFrame>
        <p:nvGraphicFramePr>
          <p:cNvPr id="4" name="Tabla 4">
            <a:extLst>
              <a:ext uri="{FF2B5EF4-FFF2-40B4-BE49-F238E27FC236}">
                <a16:creationId xmlns:a16="http://schemas.microsoft.com/office/drawing/2014/main" id="{42F66917-925C-88A0-2E14-9BC390E596E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8997602"/>
              </p:ext>
            </p:extLst>
          </p:nvPr>
        </p:nvGraphicFramePr>
        <p:xfrm>
          <a:off x="855662" y="1805355"/>
          <a:ext cx="10521140" cy="140715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0082">
                  <a:extLst>
                    <a:ext uri="{9D8B030D-6E8A-4147-A177-3AD203B41FA5}">
                      <a16:colId xmlns:a16="http://schemas.microsoft.com/office/drawing/2014/main" val="2629693438"/>
                    </a:ext>
                  </a:extLst>
                </a:gridCol>
                <a:gridCol w="7509565">
                  <a:extLst>
                    <a:ext uri="{9D8B030D-6E8A-4147-A177-3AD203B41FA5}">
                      <a16:colId xmlns:a16="http://schemas.microsoft.com/office/drawing/2014/main" val="1076398206"/>
                    </a:ext>
                  </a:extLst>
                </a:gridCol>
                <a:gridCol w="1781493">
                  <a:extLst>
                    <a:ext uri="{9D8B030D-6E8A-4147-A177-3AD203B41FA5}">
                      <a16:colId xmlns:a16="http://schemas.microsoft.com/office/drawing/2014/main" val="194044121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ca-ES" sz="2000"/>
                        <a:t>Issue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ca-ES" sz="2000"/>
                        <a:t>Title of the issue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ca-ES" sz="2000"/>
                        <a:t>Scope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62246467"/>
                  </a:ext>
                </a:extLst>
              </a:tr>
              <a:tr h="370838">
                <a:tc>
                  <a:txBody>
                    <a:bodyPr/>
                    <a:lstStyle/>
                    <a:p>
                      <a:pPr marL="0" lvl="0" indent="0" algn="ctr" defTabSz="9144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  <a:tabLst/>
                        <a:defRPr/>
                      </a:pPr>
                      <a:r>
                        <a:rPr lang="ca-ES" sz="1800" b="0" i="0" u="none" strike="noStrike" kern="1200" noProof="0">
                          <a:solidFill>
                            <a:srgbClr val="1F497D"/>
                          </a:solidFill>
                          <a:effectLst/>
                          <a:latin typeface="Calibri"/>
                          <a:hlinkClick r:id="rId3"/>
                        </a:rPr>
                        <a:t>#431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i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[Other]: Sole contractor / Lead entity in </a:t>
                      </a:r>
                      <a:r>
                        <a:rPr lang="en-US" sz="1800" b="0" i="0" kern="120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EORoleType.gc</a:t>
                      </a:r>
                      <a:r>
                        <a:rPr lang="en-US" sz="1800" b="0" i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(2.1.1) appears to be deprecated after repo moved.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i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n/a</a:t>
                      </a:r>
                      <a:endParaRPr lang="fr-BE" sz="1800" b="0" i="0" u="none" strike="noStrike" kern="1200" noProof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  <a:p>
                      <a:pPr lvl="0" algn="ctr">
                        <a:buNone/>
                      </a:pPr>
                      <a:endParaRPr lang="fr-BE" sz="1800" b="1" i="0" u="none" strike="noStrike" kern="1200" noProof="0">
                        <a:solidFill>
                          <a:schemeClr val="dk1"/>
                        </a:solidFill>
                        <a:effectLst/>
                        <a:latin typeface="Calibri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24407592"/>
                  </a:ext>
                </a:extLst>
              </a:tr>
              <a:tr h="370838">
                <a:tc>
                  <a:txBody>
                    <a:bodyPr/>
                    <a:lstStyle/>
                    <a:p>
                      <a:pPr marL="0" lvl="0" indent="0" algn="ctr" defTabSz="9144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  <a:tabLst/>
                        <a:defRPr/>
                      </a:pPr>
                      <a:r>
                        <a:rPr lang="ca-ES" sz="1800" b="0" i="0" u="none" strike="noStrike" kern="1200" noProof="0">
                          <a:solidFill>
                            <a:srgbClr val="1F497D"/>
                          </a:solidFill>
                          <a:effectLst/>
                          <a:latin typeface="Calibri"/>
                          <a:ea typeface="Calibri"/>
                          <a:cs typeface="Calibri"/>
                          <a:hlinkClick r:id="rId4"/>
                        </a:rPr>
                        <a:t>#356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kern="1200" noProof="0">
                          <a:solidFill>
                            <a:schemeClr val="dk1"/>
                          </a:solidFill>
                          <a:effectLst/>
                        </a:rPr>
                        <a:t>Inconsistency between eCertis and ESPD #interproc #356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fr-BE" sz="1800" b="1" i="0" u="none" strike="noStrike" kern="1200" noProof="0">
                          <a:solidFill>
                            <a:schemeClr val="tx1"/>
                          </a:solidFill>
                          <a:effectLst/>
                          <a:latin typeface="Calibri"/>
                        </a:rPr>
                        <a:t>clarification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6203701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8181749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A549AE-0B9F-755E-7421-2841A9FA4B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B4B94F-0613-388D-58C2-A94A8C0BE4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/>
              <a:t>3. </a:t>
            </a:r>
            <a:r>
              <a:rPr lang="en-US">
                <a:ea typeface="+mn-lt"/>
                <a:cs typeface="+mn-lt"/>
              </a:rPr>
              <a:t>ESPD-EDM v5.0.0</a:t>
            </a:r>
            <a:r>
              <a:rPr lang="en-US" sz="2000">
                <a:solidFill>
                  <a:srgbClr val="FFFFFF"/>
                </a:solidFill>
                <a:ea typeface="+mn-lt"/>
                <a:cs typeface="+mn-lt"/>
              </a:rPr>
              <a:t>-EDM v5.0.0 overview (Paul)</a:t>
            </a:r>
            <a:endParaRPr lang="en-L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1B53565-AC35-CE3D-C59C-E2AA3A2BBC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9B4BBC-BB84-A046-AB44-125112278BC9}" type="slidenum">
              <a:rPr lang="en-LU" smtClean="0"/>
              <a:pPr/>
              <a:t>6</a:t>
            </a:fld>
            <a:endParaRPr lang="en-L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8A9BDB-FDA7-B411-4B96-2E9F57CB57E2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 vert="horz" lIns="0" tIns="45720" rIns="91440" bIns="45720" rtlCol="0" anchor="t">
            <a:normAutofit fontScale="92500" lnSpcReduction="10000"/>
          </a:bodyPr>
          <a:lstStyle/>
          <a:p>
            <a:pPr marL="358775" indent="-358775">
              <a:spcAft>
                <a:spcPts val="1200"/>
              </a:spcAft>
              <a:buFont typeface="Wingdings,Sans-Serif"/>
              <a:buChar char="Ø"/>
            </a:pPr>
            <a:r>
              <a:rPr lang="en-US" sz="240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ESPD-EDM model implemented in Enterprise Architect</a:t>
            </a:r>
            <a:endParaRPr lang="en-US" sz="1800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  <a:p>
            <a:pPr marL="0" indent="0" algn="ctr">
              <a:spcAft>
                <a:spcPts val="1200"/>
              </a:spcAft>
              <a:buNone/>
            </a:pPr>
            <a:r>
              <a:rPr lang="en-US" sz="2400">
                <a:solidFill>
                  <a:srgbClr val="000000"/>
                </a:solidFill>
                <a:ea typeface="+mn-lt"/>
                <a:cs typeface="+mn-lt"/>
                <a:hlinkClick r:id="rId3"/>
              </a:rPr>
              <a:t>https://github.com/OP-TED/espd-conceptual-model</a:t>
            </a:r>
            <a:endParaRPr lang="en-US"/>
          </a:p>
          <a:p>
            <a:pPr marL="358775" indent="-358775">
              <a:spcAft>
                <a:spcPts val="1200"/>
              </a:spcAft>
              <a:buFont typeface="Wingdings,Sans-Serif"/>
              <a:buChar char="Ø"/>
            </a:pPr>
            <a:r>
              <a:rPr lang="en-US" sz="2400">
                <a:solidFill>
                  <a:srgbClr val="000000"/>
                </a:solidFill>
                <a:ea typeface="Calibri"/>
                <a:cs typeface="Calibri"/>
              </a:rPr>
              <a:t>Restructure of repositories</a:t>
            </a:r>
          </a:p>
          <a:p>
            <a:pPr marL="358775" indent="-358775">
              <a:spcAft>
                <a:spcPts val="1200"/>
              </a:spcAft>
              <a:buFont typeface="Wingdings,Sans-Serif"/>
              <a:buChar char="Ø"/>
            </a:pPr>
            <a:r>
              <a:rPr lang="en-US" sz="2400">
                <a:solidFill>
                  <a:srgbClr val="000000"/>
                </a:solidFill>
                <a:ea typeface="Calibri"/>
                <a:cs typeface="Calibri"/>
              </a:rPr>
              <a:t>Code lists updated to align with eForms</a:t>
            </a:r>
            <a:endParaRPr lang="en-US" sz="1800">
              <a:solidFill>
                <a:srgbClr val="000000"/>
              </a:solidFill>
              <a:ea typeface="Calibri"/>
              <a:cs typeface="Calibri"/>
            </a:endParaRPr>
          </a:p>
          <a:p>
            <a:pPr marL="358775" indent="-358775">
              <a:spcAft>
                <a:spcPts val="1200"/>
              </a:spcAft>
              <a:buFont typeface="Wingdings,Sans-Serif"/>
              <a:buChar char="Ø"/>
            </a:pPr>
            <a:r>
              <a:rPr lang="en-US" sz="2400">
                <a:solidFill>
                  <a:srgbClr val="000000"/>
                </a:solidFill>
                <a:ea typeface="Calibri"/>
                <a:cs typeface="Calibri"/>
              </a:rPr>
              <a:t>Replacement of 'criterion' code list with 'exclusion-ground' and 'selection-criterion' code lists</a:t>
            </a:r>
            <a:endParaRPr lang="en-US" sz="1800">
              <a:solidFill>
                <a:srgbClr val="000000"/>
              </a:solidFill>
              <a:ea typeface="Calibri"/>
              <a:cs typeface="Calibri"/>
            </a:endParaRPr>
          </a:p>
          <a:p>
            <a:pPr marL="358775" indent="-358775">
              <a:spcAft>
                <a:spcPts val="1200"/>
              </a:spcAft>
              <a:buFont typeface="Wingdings,Sans-Serif"/>
              <a:buChar char="Ø"/>
            </a:pPr>
            <a:r>
              <a:rPr lang="en-US" sz="2400">
                <a:solidFill>
                  <a:srgbClr val="000000"/>
                </a:solidFill>
                <a:ea typeface="Calibri"/>
                <a:cs typeface="Calibri"/>
              </a:rPr>
              <a:t>Improvements to generation of validation code</a:t>
            </a:r>
            <a:endParaRPr lang="en-US">
              <a:solidFill>
                <a:srgbClr val="000000"/>
              </a:solidFill>
              <a:ea typeface="Calibri"/>
              <a:cs typeface="Calibri"/>
            </a:endParaRPr>
          </a:p>
          <a:p>
            <a:pPr marL="358775" indent="-358775">
              <a:spcAft>
                <a:spcPts val="1200"/>
              </a:spcAft>
              <a:buFont typeface="Wingdings,Sans-Serif"/>
              <a:buChar char="Ø"/>
            </a:pPr>
            <a:r>
              <a:rPr lang="en-US" sz="2400">
                <a:solidFill>
                  <a:srgbClr val="000000"/>
                </a:solidFill>
                <a:ea typeface="Calibri"/>
                <a:cs typeface="Calibri"/>
              </a:rPr>
              <a:t>Change of schema to UBL 2.4 as announced in 2025</a:t>
            </a:r>
            <a:endParaRPr lang="en-US"/>
          </a:p>
          <a:p>
            <a:pPr marL="358775" indent="-358775">
              <a:spcAft>
                <a:spcPts val="1200"/>
              </a:spcAft>
              <a:buFont typeface="Wingdings,Sans-Serif"/>
              <a:buChar char="Ø"/>
            </a:pPr>
            <a:endParaRPr lang="en-US" sz="2400">
              <a:solidFill>
                <a:srgbClr val="000000"/>
              </a:solidFill>
              <a:ea typeface="Calibri"/>
              <a:cs typeface="Calibri"/>
            </a:endParaRPr>
          </a:p>
          <a:p>
            <a:pPr marL="179705" indent="-179705">
              <a:buNone/>
            </a:pPr>
            <a:endParaRPr lang="en-US" sz="1400" i="1">
              <a:solidFill>
                <a:srgbClr val="000000"/>
              </a:solidFill>
              <a:ea typeface="Calibri"/>
              <a:cs typeface="Calibri"/>
            </a:endParaRPr>
          </a:p>
          <a:p>
            <a:pPr marL="179705" indent="-179705">
              <a:buNone/>
            </a:pPr>
            <a:endParaRPr lang="en-US" sz="1400" i="1">
              <a:solidFill>
                <a:srgbClr val="000000"/>
              </a:solidFill>
              <a:ea typeface="Calibri"/>
              <a:cs typeface="Calibri"/>
            </a:endParaRPr>
          </a:p>
          <a:p>
            <a:pPr marL="179705" indent="-179705">
              <a:buNone/>
            </a:pPr>
            <a:endParaRPr lang="en-US" sz="1400" i="1">
              <a:solidFill>
                <a:srgbClr val="000000"/>
              </a:solidFill>
              <a:ea typeface="Calibri"/>
              <a:cs typeface="Calibri"/>
            </a:endParaRPr>
          </a:p>
          <a:p>
            <a:pPr marL="179705" indent="-179705">
              <a:buNone/>
            </a:pPr>
            <a:endParaRPr lang="en-US" sz="1400" i="1">
              <a:solidFill>
                <a:srgbClr val="000000"/>
              </a:solidFill>
              <a:ea typeface="Calibri"/>
              <a:cs typeface="Calibri"/>
            </a:endParaRPr>
          </a:p>
          <a:p>
            <a:pPr marL="0" indent="0">
              <a:buNone/>
            </a:pPr>
            <a:endParaRPr lang="en-US" sz="2400" i="1">
              <a:solidFill>
                <a:srgbClr val="333333"/>
              </a:solidFill>
              <a:ea typeface="Calibri"/>
              <a:cs typeface="Calibri"/>
            </a:endParaRPr>
          </a:p>
          <a:p>
            <a:pPr marL="0" indent="0">
              <a:buNone/>
            </a:pPr>
            <a:endParaRPr lang="en-US">
              <a:ea typeface="Calibri" panose="020F0502020204030204"/>
              <a:cs typeface="Calibri" panose="020F0502020204030204"/>
            </a:endParaRPr>
          </a:p>
          <a:p>
            <a:pPr marL="6281420" indent="0">
              <a:buNone/>
            </a:pPr>
            <a:endParaRPr lang="en-US">
              <a:ea typeface="Calibri" panose="020F0502020204030204"/>
              <a:cs typeface="Calibri" panose="020F0502020204030204"/>
            </a:endParaRPr>
          </a:p>
          <a:p>
            <a:pPr marL="6281420" indent="0">
              <a:buNone/>
            </a:pPr>
            <a:endParaRPr lang="en-US">
              <a:ea typeface="Calibri" panose="020F0502020204030204"/>
              <a:cs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185545288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7D2D34-DE56-675F-B9BD-085A037D07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6921" y="-1281"/>
            <a:ext cx="10489294" cy="1189487"/>
          </a:xfrm>
        </p:spPr>
        <p:txBody>
          <a:bodyPr vert="horz" lIns="0" tIns="45720" rIns="0" bIns="0" rtlCol="0" anchor="b" anchorCtr="0">
            <a:normAutofit/>
          </a:bodyPr>
          <a:lstStyle/>
          <a:p>
            <a:r>
              <a:rPr lang="en-US">
                <a:ea typeface="Calibri"/>
                <a:cs typeface="Calibri"/>
              </a:rPr>
              <a:t>4. Restructure of repositories</a:t>
            </a:r>
            <a:endParaRPr lang="en-US" b="0">
              <a:ea typeface="Calibri"/>
              <a:cs typeface="Calibri"/>
            </a:endParaRPr>
          </a:p>
          <a:p>
            <a:endParaRPr lang="en-US">
              <a:ea typeface="Calibri"/>
              <a:cs typeface="Calibri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1595933-B605-B1B6-8EDF-26BB2CEB03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9B4BBC-BB84-A046-AB44-125112278BC9}" type="slidenum">
              <a:rPr lang="en-LU" smtClean="0"/>
              <a:pPr/>
              <a:t>7</a:t>
            </a:fld>
            <a:endParaRPr lang="en-LU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DFC0EF3-9841-0744-6F72-CB5E722CE34B}"/>
              </a:ext>
            </a:extLst>
          </p:cNvPr>
          <p:cNvSpPr txBox="1"/>
          <p:nvPr/>
        </p:nvSpPr>
        <p:spPr>
          <a:xfrm>
            <a:off x="8435358" y="1471662"/>
            <a:ext cx="3282965" cy="391305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342900" indent="-342900">
              <a:lnSpc>
                <a:spcPct val="150000"/>
              </a:lnSpc>
              <a:buFont typeface="Wingdings"/>
              <a:buChar char="Ø"/>
            </a:pPr>
            <a:r>
              <a:rPr lang="en-US" sz="2400">
                <a:ea typeface="Calibri"/>
                <a:cs typeface="Calibri"/>
              </a:rPr>
              <a:t>ensures consistency</a:t>
            </a:r>
            <a:endParaRPr lang="en-US">
              <a:ea typeface="Calibri"/>
              <a:cs typeface="Calibri"/>
            </a:endParaRPr>
          </a:p>
          <a:p>
            <a:pPr marL="342900" indent="-342900">
              <a:lnSpc>
                <a:spcPct val="150000"/>
              </a:lnSpc>
              <a:buFont typeface="Wingdings"/>
              <a:buChar char="Ø"/>
            </a:pPr>
            <a:endParaRPr lang="en-US" sz="2400">
              <a:ea typeface="Calibri"/>
              <a:cs typeface="Calibri"/>
            </a:endParaRPr>
          </a:p>
          <a:p>
            <a:pPr marL="342900" indent="-342900">
              <a:lnSpc>
                <a:spcPct val="150000"/>
              </a:lnSpc>
              <a:buFont typeface="Wingdings"/>
              <a:buChar char="Ø"/>
            </a:pPr>
            <a:r>
              <a:rPr lang="en-US" sz="2400">
                <a:ea typeface="Calibri"/>
                <a:cs typeface="Calibri"/>
              </a:rPr>
              <a:t> reduces duplication</a:t>
            </a:r>
            <a:endParaRPr lang="en-US">
              <a:ea typeface="Calibri"/>
              <a:cs typeface="Calibri"/>
            </a:endParaRPr>
          </a:p>
          <a:p>
            <a:pPr marL="342900" indent="-342900">
              <a:lnSpc>
                <a:spcPct val="150000"/>
              </a:lnSpc>
              <a:buFont typeface="Wingdings"/>
              <a:buChar char="Ø"/>
            </a:pPr>
            <a:endParaRPr lang="en-US" sz="2400">
              <a:ea typeface="Calibri"/>
              <a:cs typeface="Calibri"/>
            </a:endParaRPr>
          </a:p>
          <a:p>
            <a:pPr marL="342900" indent="-342900">
              <a:lnSpc>
                <a:spcPct val="150000"/>
              </a:lnSpc>
              <a:buFont typeface="Wingdings"/>
              <a:buChar char="Ø"/>
            </a:pPr>
            <a:r>
              <a:rPr lang="en-US" sz="2400">
                <a:ea typeface="Calibri"/>
                <a:cs typeface="Calibri"/>
              </a:rPr>
              <a:t>makes future updates are much easier to manage</a:t>
            </a:r>
            <a:endParaRPr lang="en-US">
              <a:ea typeface="Calibri"/>
              <a:cs typeface="Calibri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D413E07-2520-C98B-BE33-DD82A65F46E1}"/>
              </a:ext>
            </a:extLst>
          </p:cNvPr>
          <p:cNvSpPr txBox="1"/>
          <p:nvPr/>
        </p:nvSpPr>
        <p:spPr>
          <a:xfrm>
            <a:off x="358538" y="5871413"/>
            <a:ext cx="5381859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i="1">
                <a:solidFill>
                  <a:schemeClr val="tx1">
                    <a:lumMod val="65000"/>
                    <a:lumOff val="35000"/>
                  </a:schemeClr>
                </a:solidFill>
                <a:ea typeface="Calibri"/>
                <a:cs typeface="Calibri"/>
              </a:rPr>
              <a:t>From conceptual model to implementation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85F46BA3-E327-7B18-BA56-9099F17828F4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3"/>
          <a:stretch>
            <a:fillRect/>
          </a:stretch>
        </p:blipFill>
        <p:spPr>
          <a:xfrm>
            <a:off x="149025" y="1474676"/>
            <a:ext cx="8167129" cy="42207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01761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06D30A-4A37-A34E-D7D4-C81DBAA17D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89341" y="71463"/>
            <a:ext cx="10340576" cy="1129338"/>
          </a:xfrm>
        </p:spPr>
        <p:txBody>
          <a:bodyPr/>
          <a:lstStyle/>
          <a:p>
            <a:r>
              <a:rPr lang="en-US">
                <a:ea typeface="Calibri"/>
                <a:cs typeface="Calibri"/>
              </a:rPr>
              <a:t>4. Restructure of repositories</a:t>
            </a:r>
            <a:endParaRPr lang="en-US" b="0">
              <a:ea typeface="Calibri"/>
              <a:cs typeface="Calibri"/>
            </a:endParaRPr>
          </a:p>
          <a:p>
            <a:endParaRPr lang="en-US">
              <a:ea typeface="Calibri"/>
              <a:cs typeface="Calibri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B945639-6C20-6BE0-AD6B-1F5AD829A8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9B4BBC-BB84-A046-AB44-125112278BC9}" type="slidenum">
              <a:rPr lang="en-LU" smtClean="0"/>
              <a:pPr/>
              <a:t>8</a:t>
            </a:fld>
            <a:endParaRPr lang="en-L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C195AC9-43A6-048B-382D-618B79F10F7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38200" y="1498576"/>
            <a:ext cx="10498138" cy="4527575"/>
          </a:xfrm>
        </p:spPr>
        <p:txBody>
          <a:bodyPr vert="horz" lIns="0" tIns="45720" rIns="91440" bIns="45720" rtlCol="0" anchor="t"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sz="2400">
                <a:ea typeface="Calibri"/>
                <a:cs typeface="Calibri"/>
              </a:rPr>
              <a:t>The </a:t>
            </a:r>
            <a:r>
              <a:rPr lang="en-US" sz="2400" err="1">
                <a:ea typeface="Calibri"/>
                <a:cs typeface="Calibri"/>
                <a:hlinkClick r:id="rId2"/>
              </a:rPr>
              <a:t>espd</a:t>
            </a:r>
            <a:r>
              <a:rPr lang="en-US" sz="2400">
                <a:ea typeface="Calibri"/>
                <a:cs typeface="Calibri"/>
                <a:hlinkClick r:id="rId2"/>
              </a:rPr>
              <a:t>-conceptual-model</a:t>
            </a:r>
            <a:r>
              <a:rPr lang="en-US" sz="2400">
                <a:ea typeface="Calibri"/>
                <a:cs typeface="Calibri"/>
              </a:rPr>
              <a:t> is the foundation — it defines the “what” as the single source of truth.</a:t>
            </a:r>
          </a:p>
          <a:p>
            <a:pPr marL="0" indent="0">
              <a:lnSpc>
                <a:spcPct val="150000"/>
              </a:lnSpc>
              <a:buNone/>
            </a:pPr>
            <a:endParaRPr lang="en-US" sz="2400">
              <a:ea typeface="Calibri"/>
              <a:cs typeface="Calibri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sz="2400">
                <a:ea typeface="Calibri"/>
                <a:cs typeface="Calibri"/>
              </a:rPr>
              <a:t>The </a:t>
            </a:r>
            <a:r>
              <a:rPr lang="en-US" sz="2400" err="1">
                <a:ea typeface="Calibri"/>
                <a:cs typeface="Calibri"/>
                <a:hlinkClick r:id="rId3"/>
              </a:rPr>
              <a:t>espd</a:t>
            </a:r>
            <a:r>
              <a:rPr lang="en-US" sz="2400">
                <a:ea typeface="Calibri"/>
                <a:cs typeface="Calibri"/>
                <a:hlinkClick r:id="rId3"/>
              </a:rPr>
              <a:t>-tools</a:t>
            </a:r>
            <a:r>
              <a:rPr lang="en-US" sz="2400">
                <a:ea typeface="Calibri"/>
                <a:cs typeface="Calibri"/>
              </a:rPr>
              <a:t> sits in the middle and provides reusable utilities. </a:t>
            </a:r>
          </a:p>
          <a:p>
            <a:pPr marL="0" indent="0">
              <a:lnSpc>
                <a:spcPct val="150000"/>
              </a:lnSpc>
              <a:buNone/>
            </a:pPr>
            <a:endParaRPr lang="en-US" sz="2400">
              <a:ea typeface="Calibri"/>
              <a:cs typeface="Calibri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sz="2400">
                <a:ea typeface="Calibri"/>
                <a:cs typeface="Calibri"/>
              </a:rPr>
              <a:t>The </a:t>
            </a:r>
            <a:r>
              <a:rPr lang="en-US" sz="2400">
                <a:ea typeface="Calibri"/>
                <a:cs typeface="Calibri"/>
                <a:hlinkClick r:id="rId4"/>
              </a:rPr>
              <a:t>ESPD-EDM</a:t>
            </a:r>
            <a:r>
              <a:rPr lang="en-US" sz="2400">
                <a:ea typeface="Calibri"/>
                <a:cs typeface="Calibri"/>
              </a:rPr>
              <a:t> is the implementation layer. This is where the actual schemas, code lists, and artefacts get published in order to build the ESPD services.</a:t>
            </a:r>
          </a:p>
          <a:p>
            <a:pPr marL="179705" indent="-179705">
              <a:lnSpc>
                <a:spcPct val="150000"/>
              </a:lnSpc>
            </a:pPr>
            <a:endParaRPr lang="en-US" sz="2400">
              <a:ea typeface="Calibri"/>
              <a:cs typeface="Calibri"/>
            </a:endParaRPr>
          </a:p>
          <a:p>
            <a:pPr marL="179705" indent="-179705"/>
            <a:endParaRPr lang="en-US"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9484555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8B9E7D-336E-298E-7201-CC270B7E8E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0ADB50-3F58-336E-5BC6-335254A887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fr-FR"/>
              <a:t>5. </a:t>
            </a:r>
            <a:r>
              <a:rPr lang="fr-FR">
                <a:ea typeface="+mn-lt"/>
                <a:cs typeface="+mn-lt"/>
              </a:rPr>
              <a:t>Validation repository updates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1A73EB9-67C5-5FF2-759C-EAF7ABF6AE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9B4BBC-BB84-A046-AB44-125112278BC9}" type="slidenum">
              <a:rPr lang="en-LU" smtClean="0"/>
              <a:pPr/>
              <a:t>9</a:t>
            </a:fld>
            <a:endParaRPr lang="en-LU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9ABF5060-D86C-F134-069D-7748A6B0A502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38200" y="1805355"/>
            <a:ext cx="9082481" cy="4220796"/>
          </a:xfrm>
        </p:spPr>
        <p:txBody>
          <a:bodyPr vert="horz" lIns="0" tIns="45720" rIns="91440" bIns="45720" rtlCol="0" anchor="t">
            <a:normAutofit/>
          </a:bodyPr>
          <a:lstStyle/>
          <a:p>
            <a:pPr marL="0" indent="0">
              <a:spcAft>
                <a:spcPts val="1200"/>
              </a:spcAft>
              <a:buNone/>
            </a:pPr>
            <a:r>
              <a:rPr lang="en-US" sz="2400">
                <a:solidFill>
                  <a:srgbClr val="000000"/>
                </a:solidFill>
                <a:ea typeface="Calibri"/>
                <a:cs typeface="Calibri"/>
              </a:rPr>
              <a:t>The files in this repository are used to create the validation files in the ESPD-EDM repository</a:t>
            </a:r>
          </a:p>
          <a:p>
            <a:pPr marL="0" indent="0" algn="ctr">
              <a:spcAft>
                <a:spcPts val="1200"/>
              </a:spcAft>
              <a:buNone/>
            </a:pPr>
            <a:r>
              <a:rPr lang="en-US" sz="2400">
                <a:solidFill>
                  <a:srgbClr val="000000"/>
                </a:solidFill>
                <a:ea typeface="+mn-lt"/>
                <a:cs typeface="+mn-lt"/>
                <a:hlinkClick r:id="rId3"/>
              </a:rPr>
              <a:t>https://github.com/OP-TED/espd-validation-schematron</a:t>
            </a:r>
            <a:endParaRPr lang="en-US">
              <a:ea typeface="Calibri" panose="020F0502020204030204"/>
              <a:cs typeface="Calibri" panose="020F0502020204030204"/>
            </a:endParaRPr>
          </a:p>
          <a:p>
            <a:pPr marL="0" indent="0">
              <a:spcAft>
                <a:spcPts val="1200"/>
              </a:spcAft>
              <a:buNone/>
            </a:pPr>
            <a:endParaRPr lang="en-US" sz="1400">
              <a:solidFill>
                <a:srgbClr val="000000"/>
              </a:solidFill>
              <a:ea typeface="Calibri"/>
              <a:cs typeface="Calibri"/>
            </a:endParaRPr>
          </a:p>
          <a:p>
            <a:pPr marL="358775" indent="-358775">
              <a:spcAft>
                <a:spcPts val="1200"/>
              </a:spcAft>
              <a:buFont typeface="Wingdings,Sans-Serif"/>
              <a:buChar char="Ø"/>
            </a:pPr>
            <a:r>
              <a:rPr lang="en-US" sz="2400">
                <a:solidFill>
                  <a:srgbClr val="000000"/>
                </a:solidFill>
                <a:ea typeface="Calibri"/>
                <a:cs typeface="Calibri"/>
              </a:rPr>
              <a:t>New Bash (Unix) Shell Script "validation-schematron.sh"</a:t>
            </a:r>
            <a:endParaRPr lang="en-US" sz="2400">
              <a:ea typeface="Calibri" panose="020F0502020204030204"/>
              <a:cs typeface="Calibri" panose="020F0502020204030204"/>
            </a:endParaRPr>
          </a:p>
          <a:p>
            <a:pPr marL="538480" lvl="1" indent="-358775">
              <a:spcAft>
                <a:spcPts val="1200"/>
              </a:spcAft>
              <a:buFont typeface="Wingdings,Sans-Serif"/>
              <a:buChar char="Ø"/>
            </a:pPr>
            <a:r>
              <a:rPr lang="en-US">
                <a:solidFill>
                  <a:srgbClr val="000000"/>
                </a:solidFill>
                <a:ea typeface="+mn-lt"/>
                <a:cs typeface="+mn-lt"/>
              </a:rPr>
              <a:t>Equivalent of Windows MS-DOS script "validation-schematron.bat"</a:t>
            </a:r>
            <a:endParaRPr lang="en-US">
              <a:solidFill>
                <a:srgbClr val="000000"/>
              </a:solidFill>
              <a:ea typeface="Calibri"/>
              <a:cs typeface="Calibri"/>
            </a:endParaRPr>
          </a:p>
          <a:p>
            <a:pPr marL="538480" lvl="1" indent="-358775">
              <a:spcAft>
                <a:spcPts val="1200"/>
              </a:spcAft>
              <a:buFont typeface="Wingdings,Sans-Serif"/>
              <a:buChar char="Ø"/>
            </a:pPr>
            <a:r>
              <a:rPr lang="en-US">
                <a:solidFill>
                  <a:srgbClr val="000000"/>
                </a:solidFill>
                <a:ea typeface="Calibri"/>
                <a:cs typeface="Calibri"/>
              </a:rPr>
              <a:t>Runs in a bash shell window</a:t>
            </a:r>
          </a:p>
          <a:p>
            <a:pPr marL="538480" lvl="1" indent="-358775">
              <a:spcAft>
                <a:spcPts val="1200"/>
              </a:spcAft>
              <a:buFont typeface="Wingdings,Sans-Serif"/>
              <a:buChar char="Ø"/>
            </a:pPr>
            <a:r>
              <a:rPr lang="en-US">
                <a:solidFill>
                  <a:srgbClr val="000000"/>
                </a:solidFill>
                <a:ea typeface="Calibri"/>
                <a:cs typeface="Calibri"/>
              </a:rPr>
              <a:t>Can be run on Windows, Macintosh, Unix computers</a:t>
            </a:r>
          </a:p>
          <a:p>
            <a:pPr marL="179705" lvl="1" indent="0">
              <a:spcAft>
                <a:spcPts val="1200"/>
              </a:spcAft>
              <a:buNone/>
            </a:pPr>
            <a:endParaRPr lang="en-US" sz="1800" b="0">
              <a:solidFill>
                <a:srgbClr val="000000"/>
              </a:solidFill>
              <a:effectLst/>
              <a:ea typeface="Calibri" panose="020F0502020204030204"/>
              <a:cs typeface="Calibri" panose="020F0502020204030204"/>
            </a:endParaRPr>
          </a:p>
          <a:p>
            <a:pPr marL="0" indent="0">
              <a:buNone/>
            </a:pPr>
            <a:endParaRPr lang="en-US" sz="1400" i="1">
              <a:solidFill>
                <a:srgbClr val="000000"/>
              </a:solidFill>
              <a:ea typeface="Calibri" panose="020F0502020204030204"/>
              <a:cs typeface="Calibri" panose="020F0502020204030204"/>
            </a:endParaRPr>
          </a:p>
          <a:p>
            <a:pPr marL="896620" indent="0">
              <a:buNone/>
            </a:pPr>
            <a:endParaRPr lang="en-US" sz="1400" i="1">
              <a:solidFill>
                <a:srgbClr val="000000"/>
              </a:solidFill>
              <a:ea typeface="Calibri" panose="020F0502020204030204"/>
              <a:cs typeface="Calibri" panose="020F0502020204030204"/>
            </a:endParaRPr>
          </a:p>
          <a:p>
            <a:pPr marL="0" indent="0">
              <a:buNone/>
            </a:pPr>
            <a:endParaRPr lang="en-US" sz="2400" i="1">
              <a:solidFill>
                <a:srgbClr val="333333"/>
              </a:solidFill>
              <a:ea typeface="Calibri" panose="020F0502020204030204"/>
              <a:cs typeface="Calibri" panose="020F0502020204030204"/>
            </a:endParaRPr>
          </a:p>
          <a:p>
            <a:pPr marL="0" indent="0">
              <a:buNone/>
            </a:pPr>
            <a:endParaRPr lang="en-US" sz="1800" i="1">
              <a:solidFill>
                <a:srgbClr val="333333"/>
              </a:solidFill>
              <a:ea typeface="Calibri" panose="020F0502020204030204"/>
              <a:cs typeface="Calibri" panose="020F0502020204030204"/>
            </a:endParaRPr>
          </a:p>
          <a:p>
            <a:pPr marL="6281420" indent="0">
              <a:buNone/>
            </a:pPr>
            <a:endParaRPr lang="en-US" sz="1800" i="1">
              <a:solidFill>
                <a:srgbClr val="333333"/>
              </a:solidFill>
              <a:ea typeface="Calibri" panose="020F0502020204030204"/>
              <a:cs typeface="Calibri" panose="020F0502020204030204"/>
            </a:endParaRPr>
          </a:p>
        </p:txBody>
      </p:sp>
      <p:pic>
        <p:nvPicPr>
          <p:cNvPr id="6" name="Picture 5" descr="A white cube with a dollar sign&#10;&#10;AI-generated content may be incorrect.">
            <a:extLst>
              <a:ext uri="{FF2B5EF4-FFF2-40B4-BE49-F238E27FC236}">
                <a16:creationId xmlns:a16="http://schemas.microsoft.com/office/drawing/2014/main" id="{E67E0F86-6EC0-326A-A5C1-C4CA53F5FA4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631" y="1344246"/>
            <a:ext cx="1219200" cy="1219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946278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7995B8-9B35-5852-A922-25438A109B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0C2FC5-1B46-B4E4-C31E-468AA17263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fr-FR"/>
              <a:t>5. </a:t>
            </a:r>
            <a:r>
              <a:rPr lang="fr-FR">
                <a:ea typeface="+mn-lt"/>
                <a:cs typeface="+mn-lt"/>
              </a:rPr>
              <a:t>Validation repository updates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85AD742-4A1C-A65C-62F1-82425FB9F1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9B4BBC-BB84-A046-AB44-125112278BC9}" type="slidenum">
              <a:rPr lang="en-LU" smtClean="0"/>
              <a:pPr/>
              <a:t>10</a:t>
            </a:fld>
            <a:endParaRPr lang="en-LU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F9364E06-FCDE-3F7A-A668-7F06980C1C5C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38200" y="1805355"/>
            <a:ext cx="9082481" cy="4220796"/>
          </a:xfrm>
        </p:spPr>
        <p:txBody>
          <a:bodyPr vert="horz" lIns="0" tIns="45720" rIns="91440" bIns="45720" rtlCol="0" anchor="t">
            <a:normAutofit/>
          </a:bodyPr>
          <a:lstStyle/>
          <a:p>
            <a:pPr marL="358775" indent="-358775">
              <a:spcAft>
                <a:spcPts val="1200"/>
              </a:spcAft>
              <a:buFont typeface="Wingdings,Sans-Serif"/>
              <a:buChar char="Ø"/>
            </a:pPr>
            <a:endParaRPr lang="en-US" sz="2400" i="1">
              <a:solidFill>
                <a:srgbClr val="000000"/>
              </a:solidFill>
              <a:ea typeface="Calibri"/>
              <a:cs typeface="Calibri"/>
            </a:endParaRPr>
          </a:p>
          <a:p>
            <a:pPr marL="358775" indent="-358775">
              <a:spcAft>
                <a:spcPts val="1200"/>
              </a:spcAft>
              <a:buFont typeface="Wingdings,Sans-Serif"/>
              <a:buChar char="Ø"/>
            </a:pPr>
            <a:endParaRPr lang="en-US" sz="2400" i="1">
              <a:solidFill>
                <a:srgbClr val="000000"/>
              </a:solidFill>
              <a:ea typeface="Calibri"/>
              <a:cs typeface="Calibri"/>
            </a:endParaRPr>
          </a:p>
          <a:p>
            <a:pPr marL="358775" indent="-358775">
              <a:spcAft>
                <a:spcPts val="1200"/>
              </a:spcAft>
              <a:buFont typeface="Wingdings,Sans-Serif"/>
              <a:buChar char="Ø"/>
            </a:pPr>
            <a:r>
              <a:rPr lang="en-US" sz="2400">
                <a:solidFill>
                  <a:srgbClr val="000000"/>
                </a:solidFill>
                <a:ea typeface="Calibri"/>
                <a:cs typeface="Calibri"/>
              </a:rPr>
              <a:t>Updated </a:t>
            </a:r>
            <a:r>
              <a:rPr lang="en-US" sz="2400" err="1">
                <a:solidFill>
                  <a:srgbClr val="000000"/>
                </a:solidFill>
                <a:ea typeface="Calibri"/>
                <a:cs typeface="Calibri"/>
              </a:rPr>
              <a:t>schematron</a:t>
            </a:r>
            <a:r>
              <a:rPr lang="en-US" sz="2400">
                <a:solidFill>
                  <a:srgbClr val="000000"/>
                </a:solidFill>
                <a:ea typeface="Calibri"/>
                <a:cs typeface="Calibri"/>
              </a:rPr>
              <a:t> and XSLT files</a:t>
            </a:r>
            <a:br>
              <a:rPr lang="en-US" sz="2400">
                <a:ea typeface="Calibri" panose="020F0502020204030204"/>
                <a:cs typeface="Calibri" panose="020F0502020204030204"/>
              </a:rPr>
            </a:br>
            <a:endParaRPr lang="en-US" sz="1800">
              <a:ea typeface="Calibri" panose="020F0502020204030204"/>
              <a:cs typeface="Calibri" panose="020F0502020204030204"/>
            </a:endParaRPr>
          </a:p>
          <a:p>
            <a:pPr marL="538480" lvl="1" indent="-358775">
              <a:spcAft>
                <a:spcPts val="1200"/>
              </a:spcAft>
              <a:buFont typeface="Wingdings,Sans-Serif"/>
              <a:buChar char="Ø"/>
            </a:pPr>
            <a:r>
              <a:rPr lang="en-US">
                <a:solidFill>
                  <a:srgbClr val="000000"/>
                </a:solidFill>
                <a:ea typeface="Calibri" panose="020F0502020204030204"/>
                <a:cs typeface="Calibri" panose="020F0502020204030204"/>
              </a:rPr>
              <a:t>Aligned with updated code lists for ESPD-EDM v5.0.0</a:t>
            </a:r>
          </a:p>
          <a:p>
            <a:pPr marL="538480" lvl="1" indent="-358775">
              <a:spcAft>
                <a:spcPts val="1200"/>
              </a:spcAft>
              <a:buFont typeface="Wingdings,Sans-Serif"/>
              <a:buChar char="Ø"/>
            </a:pPr>
            <a:r>
              <a:rPr lang="en-US">
                <a:solidFill>
                  <a:srgbClr val="000000"/>
                </a:solidFill>
                <a:ea typeface="Calibri" panose="020F0502020204030204"/>
                <a:cs typeface="Calibri" panose="020F0502020204030204"/>
              </a:rPr>
              <a:t>Improved consistency of checks</a:t>
            </a:r>
          </a:p>
        </p:txBody>
      </p:sp>
      <p:pic>
        <p:nvPicPr>
          <p:cNvPr id="8" name="Picture 7" descr="A logo for a company&#10;&#10;AI-generated content may be incorrect.">
            <a:extLst>
              <a:ext uri="{FF2B5EF4-FFF2-40B4-BE49-F238E27FC236}">
                <a16:creationId xmlns:a16="http://schemas.microsoft.com/office/drawing/2014/main" id="{3590C53A-F9A9-0909-8C81-ED3209943C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106" y="1354504"/>
            <a:ext cx="5267325" cy="1257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459733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C16CE2-940A-5EBD-7F3F-BF5E07A8C2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D33EA1-CB60-0A17-FE41-56415847B7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fr-FR"/>
              <a:t>5. </a:t>
            </a:r>
            <a:r>
              <a:rPr lang="fr-FR">
                <a:ea typeface="+mn-lt"/>
                <a:cs typeface="+mn-lt"/>
              </a:rPr>
              <a:t>Validation repository updates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DF96216-3EDE-850F-F6A8-B085D279C6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9B4BBC-BB84-A046-AB44-125112278BC9}" type="slidenum">
              <a:rPr lang="en-LU" smtClean="0"/>
              <a:pPr/>
              <a:t>11</a:t>
            </a:fld>
            <a:endParaRPr lang="en-LU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6441FC53-4908-2481-AD2C-6F5024EF432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38200" y="1805355"/>
            <a:ext cx="9082481" cy="4220796"/>
          </a:xfrm>
        </p:spPr>
        <p:txBody>
          <a:bodyPr vert="horz" lIns="0" tIns="45720" rIns="91440" bIns="45720" rtlCol="0" anchor="t">
            <a:normAutofit/>
          </a:bodyPr>
          <a:lstStyle/>
          <a:p>
            <a:pPr marL="0" indent="0">
              <a:spcAft>
                <a:spcPts val="1200"/>
              </a:spcAft>
              <a:buNone/>
            </a:pPr>
            <a:r>
              <a:rPr lang="en-US" sz="2400">
                <a:ea typeface="Calibri"/>
                <a:cs typeface="Calibri"/>
              </a:rPr>
              <a:t>Next steps – improved efficiency of process to update the code</a:t>
            </a:r>
            <a:endParaRPr lang="en-US"/>
          </a:p>
          <a:p>
            <a:pPr marL="0" indent="0">
              <a:spcAft>
                <a:spcPts val="1200"/>
              </a:spcAft>
              <a:buNone/>
            </a:pPr>
            <a:endParaRPr lang="en-US" sz="2400">
              <a:ea typeface="Calibri"/>
              <a:cs typeface="Calibri"/>
            </a:endParaRPr>
          </a:p>
          <a:p>
            <a:pPr marL="538480" lvl="1" indent="-358775">
              <a:spcAft>
                <a:spcPts val="1200"/>
              </a:spcAft>
              <a:buFont typeface="Wingdings,Sans-Serif"/>
              <a:buChar char="Ø"/>
            </a:pPr>
            <a:r>
              <a:rPr lang="en-US" sz="2400">
                <a:ea typeface="Calibri"/>
                <a:cs typeface="Calibri"/>
              </a:rPr>
              <a:t>Automated generation of all </a:t>
            </a:r>
            <a:r>
              <a:rPr lang="en-US" sz="2400" err="1">
                <a:ea typeface="Calibri"/>
                <a:cs typeface="Calibri"/>
              </a:rPr>
              <a:t>schematron</a:t>
            </a:r>
            <a:r>
              <a:rPr lang="en-US" sz="2400">
                <a:ea typeface="Calibri"/>
                <a:cs typeface="Calibri"/>
              </a:rPr>
              <a:t> from code lists</a:t>
            </a:r>
          </a:p>
          <a:p>
            <a:pPr marL="538480" lvl="1" indent="-358775">
              <a:spcAft>
                <a:spcPts val="1200"/>
              </a:spcAft>
              <a:buFont typeface="Wingdings,Sans-Serif"/>
              <a:buChar char="Ø"/>
            </a:pPr>
            <a:r>
              <a:rPr lang="en-US" sz="2400">
                <a:ea typeface="Calibri"/>
                <a:cs typeface="Calibri"/>
              </a:rPr>
              <a:t>Improvements to readability of code</a:t>
            </a:r>
          </a:p>
          <a:p>
            <a:pPr marL="538480" lvl="1" indent="-358775">
              <a:spcAft>
                <a:spcPts val="1200"/>
              </a:spcAft>
              <a:buFont typeface="Wingdings,Sans-Serif"/>
              <a:buChar char="Ø"/>
            </a:pPr>
            <a:r>
              <a:rPr lang="en-US" sz="2400">
                <a:ea typeface="Calibri"/>
                <a:cs typeface="Calibri"/>
              </a:rPr>
              <a:t>Checks on the order of Exclusion Ground and Selection Criterion questions automatically generated from the </a:t>
            </a:r>
            <a:r>
              <a:rPr lang="en-US" sz="2400">
                <a:solidFill>
                  <a:srgbClr val="000000"/>
                </a:solidFill>
                <a:ea typeface="Calibri"/>
                <a:cs typeface="Calibri"/>
              </a:rPr>
              <a:t>data</a:t>
            </a:r>
            <a:r>
              <a:rPr lang="en-US" sz="2400">
                <a:ea typeface="Calibri"/>
                <a:cs typeface="Calibri"/>
              </a:rPr>
              <a:t> model</a:t>
            </a:r>
            <a:br>
              <a:rPr lang="en-US" sz="2400" i="1">
                <a:ea typeface="Calibri"/>
                <a:cs typeface="Calibri"/>
              </a:rPr>
            </a:br>
            <a:br>
              <a:rPr lang="en-US" sz="2400" i="1">
                <a:ea typeface="Calibri"/>
                <a:cs typeface="Calibri"/>
              </a:rPr>
            </a:br>
            <a:endParaRPr lang="en-US" sz="2400" i="1">
              <a:ea typeface="Calibri"/>
              <a:cs typeface="Calibri"/>
            </a:endParaRPr>
          </a:p>
          <a:p>
            <a:pPr marL="0" indent="0">
              <a:buNone/>
            </a:pPr>
            <a:endParaRPr lang="en-US" sz="2400" i="1">
              <a:solidFill>
                <a:srgbClr val="333333"/>
              </a:solidFill>
              <a:ea typeface="Calibri" panose="020F0502020204030204"/>
              <a:cs typeface="Calibri" panose="020F0502020204030204"/>
            </a:endParaRPr>
          </a:p>
          <a:p>
            <a:pPr marL="0" indent="0">
              <a:buNone/>
            </a:pPr>
            <a:endParaRPr lang="en-US" sz="1800" i="1">
              <a:solidFill>
                <a:srgbClr val="333333"/>
              </a:solidFill>
              <a:ea typeface="Calibri" panose="020F0502020204030204"/>
              <a:cs typeface="Calibri" panose="020F0502020204030204"/>
            </a:endParaRPr>
          </a:p>
          <a:p>
            <a:pPr marL="6281420" indent="0">
              <a:buNone/>
            </a:pPr>
            <a:endParaRPr lang="en-US" sz="1800" i="1">
              <a:solidFill>
                <a:srgbClr val="333333"/>
              </a:solidFill>
              <a:ea typeface="Calibri" panose="020F0502020204030204"/>
              <a:cs typeface="Calibri" panose="020F0502020204030204"/>
            </a:endParaRPr>
          </a:p>
        </p:txBody>
      </p:sp>
      <p:pic>
        <p:nvPicPr>
          <p:cNvPr id="6" name="Picture 5" descr="A green gear on a black background&#10;&#10;AI-generated content may be incorrect.">
            <a:extLst>
              <a:ext uri="{FF2B5EF4-FFF2-40B4-BE49-F238E27FC236}">
                <a16:creationId xmlns:a16="http://schemas.microsoft.com/office/drawing/2014/main" id="{48489A69-7C73-F5D6-221F-979AE90A2C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7420" y="1717431"/>
            <a:ext cx="2009775" cy="1371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975363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0262FE-51C3-9547-9ED8-C7F938F2B0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s-ES"/>
              <a:t>6. </a:t>
            </a:r>
            <a:r>
              <a:rPr lang="en-GB"/>
              <a:t>Next steps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6BC41E-63E4-094E-4EE6-26FD5D31FB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9B4BBC-BB84-A046-AB44-125112278BC9}" type="slidenum">
              <a:rPr lang="en-LU" smtClean="0"/>
              <a:pPr/>
              <a:t>12</a:t>
            </a:fld>
            <a:endParaRPr lang="en-L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6EEE32-05B1-3943-B6B7-F172254DA883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 vert="horz" lIns="0" tIns="45720" rIns="91440" bIns="45720" rtlCol="0" anchor="t">
            <a:noAutofit/>
          </a:bodyPr>
          <a:lstStyle/>
          <a:p>
            <a:pPr marL="358775" indent="-358775">
              <a:buFont typeface="Wingdings,Sans-Serif"/>
              <a:buChar char="Ø"/>
              <a:tabLst>
                <a:tab pos="457200" algn="l"/>
              </a:tabLst>
            </a:pPr>
            <a:r>
              <a:rPr lang="en-GB" sz="2400">
                <a:ea typeface="Calibri"/>
                <a:cs typeface="Calibri"/>
              </a:rPr>
              <a:t>V5.0.0 release - Q3 2026</a:t>
            </a:r>
          </a:p>
          <a:p>
            <a:pPr marL="538480" lvl="1" indent="-358775">
              <a:buFont typeface="Wingdings,Sans-Serif"/>
              <a:buChar char="Ø"/>
              <a:tabLst>
                <a:tab pos="457200" algn="l"/>
              </a:tabLst>
            </a:pPr>
            <a:r>
              <a:rPr lang="en-US">
                <a:ea typeface="Calibri"/>
                <a:cs typeface="Calibri"/>
              </a:rPr>
              <a:t>Data model in JSON format extracted from Enterprise Architect</a:t>
            </a:r>
          </a:p>
          <a:p>
            <a:pPr marL="538480" lvl="1" indent="-358775">
              <a:buFont typeface="Wingdings,Sans-Serif"/>
              <a:buChar char="Ø"/>
              <a:tabLst>
                <a:tab pos="457200" algn="l"/>
              </a:tabLst>
            </a:pPr>
            <a:r>
              <a:rPr lang="en-US">
                <a:ea typeface="Calibri"/>
                <a:cs typeface="Calibri"/>
              </a:rPr>
              <a:t>New code lists</a:t>
            </a:r>
          </a:p>
          <a:p>
            <a:pPr marL="538480" lvl="1" indent="-358775">
              <a:buFont typeface="Wingdings,Sans-Serif"/>
              <a:buChar char="Ø"/>
              <a:tabLst>
                <a:tab pos="457200" algn="l"/>
              </a:tabLst>
            </a:pPr>
            <a:r>
              <a:rPr lang="en-US">
                <a:solidFill>
                  <a:srgbClr val="000000"/>
                </a:solidFill>
                <a:ea typeface="Calibri"/>
                <a:cs typeface="Calibri"/>
              </a:rPr>
              <a:t>Restructure of repositories</a:t>
            </a:r>
          </a:p>
          <a:p>
            <a:pPr marL="538480" lvl="1" indent="-358775">
              <a:buFont typeface="Wingdings,Sans-Serif"/>
              <a:buChar char="Ø"/>
              <a:tabLst>
                <a:tab pos="457200" algn="l"/>
              </a:tabLst>
            </a:pPr>
            <a:r>
              <a:rPr lang="en-US">
                <a:solidFill>
                  <a:srgbClr val="000000"/>
                </a:solidFill>
                <a:ea typeface="Calibri"/>
                <a:cs typeface="Calibri"/>
              </a:rPr>
              <a:t>Improved generation of validation code</a:t>
            </a:r>
          </a:p>
          <a:p>
            <a:pPr marL="538480" lvl="1" indent="-358775">
              <a:buFont typeface="Wingdings,Sans-Serif"/>
              <a:buChar char="Ø"/>
              <a:tabLst>
                <a:tab pos="457200" algn="l"/>
              </a:tabLst>
            </a:pPr>
            <a:r>
              <a:rPr lang="en-US">
                <a:solidFill>
                  <a:srgbClr val="000000"/>
                </a:solidFill>
                <a:ea typeface="Calibri"/>
                <a:cs typeface="Calibri"/>
              </a:rPr>
              <a:t>UBL 2.4</a:t>
            </a:r>
          </a:p>
          <a:p>
            <a:pPr marL="538480" lvl="1" indent="-358775">
              <a:buFont typeface="Wingdings,Sans-Serif"/>
              <a:buChar char="Ø"/>
              <a:tabLst>
                <a:tab pos="457200" algn="l"/>
              </a:tabLst>
            </a:pPr>
            <a:endParaRPr lang="en-US" sz="1400" i="1">
              <a:latin typeface="Calibri"/>
              <a:ea typeface="Calibri"/>
              <a:cs typeface="Calibri"/>
            </a:endParaRPr>
          </a:p>
          <a:p>
            <a:pPr marL="358775" indent="-358775">
              <a:buFont typeface="Wingdings,Sans-Serif"/>
              <a:buChar char="Ø"/>
              <a:tabLst>
                <a:tab pos="457200" algn="l"/>
              </a:tabLst>
            </a:pPr>
            <a:r>
              <a:rPr lang="en-US" sz="2400">
                <a:ea typeface="Calibri"/>
                <a:cs typeface="Calibri"/>
              </a:rPr>
              <a:t>Long term plan </a:t>
            </a:r>
          </a:p>
          <a:p>
            <a:pPr marL="538480" lvl="1" indent="-358775">
              <a:buFont typeface="Wingdings,Sans-Serif"/>
              <a:buChar char="Ø"/>
              <a:tabLst>
                <a:tab pos="457200" algn="l"/>
              </a:tabLst>
            </a:pPr>
            <a:r>
              <a:rPr lang="en-US">
                <a:ea typeface="Calibri"/>
                <a:cs typeface="Calibri"/>
              </a:rPr>
              <a:t>Revamp of "relied-upon" block as agreed with DG GROW</a:t>
            </a:r>
          </a:p>
          <a:p>
            <a:pPr marL="538480" lvl="1" indent="-358775">
              <a:buFont typeface="Wingdings,Sans-Serif"/>
              <a:buChar char="Ø"/>
              <a:tabLst>
                <a:tab pos="457200" algn="l"/>
              </a:tabLst>
            </a:pPr>
            <a:r>
              <a:rPr lang="en-US">
                <a:ea typeface="Calibri"/>
                <a:cs typeface="Calibri"/>
              </a:rPr>
              <a:t>Improved alignment with eProcurement Ontology and </a:t>
            </a:r>
            <a:r>
              <a:rPr lang="en-US" err="1">
                <a:ea typeface="Calibri"/>
                <a:cs typeface="Calibri"/>
              </a:rPr>
              <a:t>eForms</a:t>
            </a:r>
            <a:r>
              <a:rPr lang="en-US">
                <a:ea typeface="Calibri"/>
                <a:cs typeface="Calibri"/>
              </a:rPr>
              <a:t> as they evolve</a:t>
            </a:r>
          </a:p>
          <a:p>
            <a:pPr marL="538480" lvl="1" indent="-358775">
              <a:buFont typeface="Wingdings,Sans-Serif"/>
              <a:buChar char="Ø"/>
              <a:tabLst>
                <a:tab pos="457200" algn="l"/>
              </a:tabLst>
            </a:pPr>
            <a:r>
              <a:rPr lang="en-US">
                <a:ea typeface="Calibri"/>
                <a:cs typeface="Calibri"/>
              </a:rPr>
              <a:t>UBL elements review - Other criteria</a:t>
            </a:r>
          </a:p>
          <a:p>
            <a:pPr marL="0" indent="0">
              <a:buNone/>
              <a:tabLst>
                <a:tab pos="457200" algn="l"/>
              </a:tabLst>
            </a:pPr>
            <a:endParaRPr lang="en-US" sz="1400" i="1">
              <a:ea typeface="Calibri"/>
              <a:cs typeface="Calibri"/>
            </a:endParaRPr>
          </a:p>
          <a:p>
            <a:pPr marL="0" indent="0">
              <a:buNone/>
              <a:tabLst>
                <a:tab pos="457200" algn="l"/>
              </a:tabLst>
            </a:pPr>
            <a:endParaRPr lang="en-US" sz="1400" i="1">
              <a:ea typeface="Calibri"/>
              <a:cs typeface="Calibri"/>
            </a:endParaRPr>
          </a:p>
          <a:p>
            <a:pPr marL="538480" lvl="1" indent="-358775">
              <a:buFont typeface="Wingdings,Sans-Serif"/>
              <a:buChar char="Ø"/>
              <a:tabLst>
                <a:tab pos="457200" algn="l"/>
              </a:tabLst>
            </a:pPr>
            <a:endParaRPr lang="en-US" i="1">
              <a:ea typeface="Calibri"/>
              <a:cs typeface="Calibri"/>
            </a:endParaRPr>
          </a:p>
          <a:p>
            <a:pPr marL="358775" indent="-358775">
              <a:buFont typeface="Wingdings,Sans-Serif"/>
              <a:buChar char="Ø"/>
              <a:tabLst>
                <a:tab pos="457200" algn="l"/>
              </a:tabLst>
            </a:pPr>
            <a:endParaRPr lang="en-GB"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41924285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E22EBD-B308-4040-9CA8-13AE6C798D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5F8046-0E9D-FCCE-E14C-F03BD8373A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s-ES"/>
              <a:t>7. </a:t>
            </a:r>
            <a:r>
              <a:rPr lang="en-GB"/>
              <a:t>Next meetings &amp; AOB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16B277-9832-12E2-1F57-5750796822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9B4BBC-BB84-A046-AB44-125112278BC9}" type="slidenum">
              <a:rPr lang="en-LU" smtClean="0"/>
              <a:pPr/>
              <a:t>13</a:t>
            </a:fld>
            <a:endParaRPr lang="en-L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CE2629-F9EF-7A93-FD2C-D3730294CEA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38200" y="1480457"/>
            <a:ext cx="10498138" cy="4545694"/>
          </a:xfrm>
        </p:spPr>
        <p:txBody>
          <a:bodyPr vert="horz" lIns="0" tIns="45720" rIns="91440" bIns="45720" rtlCol="0" anchor="t">
            <a:noAutofit/>
          </a:bodyPr>
          <a:lstStyle/>
          <a:p>
            <a:pPr marL="342900" lvl="2" indent="-342900" algn="just">
              <a:spcBef>
                <a:spcPts val="1800"/>
              </a:spcBef>
              <a:spcAft>
                <a:spcPts val="1800"/>
              </a:spcAft>
              <a:buSzPct val="100000"/>
              <a:buFont typeface="Wingdings" panose="05000000000000000000" pitchFamily="2" charset="2"/>
              <a:buChar char="Ø"/>
              <a:tabLst>
                <a:tab pos="457200" algn="l"/>
              </a:tabLst>
            </a:pPr>
            <a:r>
              <a:rPr lang="en-GB" sz="2400"/>
              <a:t>Bilateral meetings</a:t>
            </a:r>
            <a:endParaRPr lang="en-GB" sz="2400">
              <a:ea typeface="Calibri"/>
              <a:cs typeface="Calibri"/>
            </a:endParaRPr>
          </a:p>
          <a:p>
            <a:pPr marL="1061720" lvl="2" indent="-342900" algn="just">
              <a:spcBef>
                <a:spcPts val="600"/>
              </a:spcBef>
              <a:spcAft>
                <a:spcPts val="600"/>
              </a:spcAft>
              <a:buSzPct val="100000"/>
              <a:buFont typeface="Wingdings" panose="05000000000000000000" pitchFamily="2" charset="2"/>
              <a:buChar char="ü"/>
              <a:tabLst>
                <a:tab pos="457200" algn="l"/>
              </a:tabLst>
            </a:pPr>
            <a:r>
              <a:rPr lang="en-GB" sz="2400">
                <a:cs typeface="Calibri" panose="020F0502020204030204"/>
              </a:rPr>
              <a:t>Ad hoc</a:t>
            </a:r>
          </a:p>
          <a:p>
            <a:pPr marL="358775" lvl="2" indent="-358775" algn="just">
              <a:spcBef>
                <a:spcPts val="600"/>
              </a:spcBef>
              <a:spcAft>
                <a:spcPts val="600"/>
              </a:spcAft>
              <a:buSzPct val="100000"/>
              <a:buFont typeface="Wingdings" panose="05000000000000000000" pitchFamily="2" charset="2"/>
              <a:buChar char="Ø"/>
              <a:tabLst>
                <a:tab pos="457200" algn="l"/>
              </a:tabLst>
            </a:pPr>
            <a:r>
              <a:rPr lang="en-US" sz="2400">
                <a:ea typeface="Calibri"/>
                <a:cs typeface="Calibri" panose="020F0502020204030204"/>
              </a:rPr>
              <a:t>OUC meeting </a:t>
            </a:r>
            <a:endParaRPr lang="en-US" sz="2400">
              <a:ea typeface="Calibri"/>
              <a:cs typeface="Calibri" panose="020F0502020204030204"/>
              <a:sym typeface="Wingdings" panose="05000000000000000000" pitchFamily="2" charset="2"/>
            </a:endParaRPr>
          </a:p>
          <a:p>
            <a:pPr marL="1077595" lvl="2" indent="-358775" algn="just">
              <a:spcBef>
                <a:spcPts val="600"/>
              </a:spcBef>
              <a:spcAft>
                <a:spcPts val="600"/>
              </a:spcAft>
              <a:buSzPct val="100000"/>
              <a:buFont typeface="Wingdings" panose="05000000000000000000" pitchFamily="2" charset="2"/>
              <a:buChar char="ü"/>
              <a:tabLst>
                <a:tab pos="457200" algn="l"/>
              </a:tabLst>
            </a:pPr>
            <a:r>
              <a:rPr lang="en-US" sz="2400">
                <a:ea typeface="Calibri"/>
                <a:cs typeface="Calibri" panose="020F0502020204030204"/>
              </a:rPr>
              <a:t>Q4 2026 </a:t>
            </a:r>
            <a:r>
              <a:rPr lang="en-GB" sz="2400">
                <a:ea typeface="Calibri"/>
                <a:cs typeface="Calibri" panose="020F0502020204030204"/>
              </a:rPr>
              <a:t>–</a:t>
            </a:r>
            <a:r>
              <a:rPr lang="en-US" sz="2400">
                <a:ea typeface="Calibri"/>
                <a:cs typeface="Calibri" panose="020F0502020204030204"/>
              </a:rPr>
              <a:t> merged with TED Together 2026</a:t>
            </a:r>
          </a:p>
          <a:p>
            <a:pPr marL="342900" lvl="2" indent="-342900" algn="just">
              <a:lnSpc>
                <a:spcPct val="100000"/>
              </a:lnSpc>
              <a:spcBef>
                <a:spcPts val="1800"/>
              </a:spcBef>
              <a:spcAft>
                <a:spcPts val="1800"/>
              </a:spcAft>
              <a:buSzPct val="100000"/>
              <a:buFont typeface="Wingdings,Sans-Serif" panose="05000000000000000000" pitchFamily="2" charset="2"/>
              <a:buChar char="Ø"/>
              <a:tabLst>
                <a:tab pos="457200" algn="l"/>
              </a:tabLst>
            </a:pPr>
            <a:r>
              <a:rPr lang="en-GB" sz="2400">
                <a:ea typeface="Calibri"/>
                <a:cs typeface="Calibri" panose="020F0502020204030204"/>
              </a:rPr>
              <a:t>TED Together 2026</a:t>
            </a:r>
          </a:p>
          <a:p>
            <a:pPr marL="1061720" lvl="2" indent="-342900" algn="just">
              <a:spcBef>
                <a:spcPts val="600"/>
              </a:spcBef>
              <a:spcAft>
                <a:spcPts val="600"/>
              </a:spcAft>
              <a:buFont typeface="Wingdings,Sans-Serif" panose="05000000000000000000" pitchFamily="2" charset="2"/>
              <a:buChar char="ü"/>
              <a:tabLst>
                <a:tab pos="457200" algn="l"/>
              </a:tabLst>
            </a:pPr>
            <a:r>
              <a:rPr lang="en-GB" sz="2400">
                <a:ea typeface="Calibri"/>
                <a:cs typeface="Calibri" panose="020F0502020204030204"/>
              </a:rPr>
              <a:t>24</a:t>
            </a:r>
            <a:r>
              <a:rPr lang="en-GB" sz="2400" baseline="30000">
                <a:ea typeface="Calibri"/>
                <a:cs typeface="Calibri" panose="020F0502020204030204"/>
              </a:rPr>
              <a:t>th</a:t>
            </a:r>
            <a:r>
              <a:rPr lang="en-GB" sz="2400">
                <a:ea typeface="Calibri"/>
                <a:cs typeface="Calibri" panose="020F0502020204030204"/>
              </a:rPr>
              <a:t> – 25</a:t>
            </a:r>
            <a:r>
              <a:rPr lang="en-GB" sz="2400" baseline="30000">
                <a:ea typeface="Calibri"/>
                <a:cs typeface="Calibri" panose="020F0502020204030204"/>
              </a:rPr>
              <a:t>th</a:t>
            </a:r>
            <a:r>
              <a:rPr lang="en-GB" sz="2400">
                <a:ea typeface="Calibri"/>
                <a:cs typeface="Calibri" panose="020F0502020204030204"/>
              </a:rPr>
              <a:t> November 2026</a:t>
            </a:r>
          </a:p>
          <a:p>
            <a:pPr marL="718820" lvl="2" indent="0" algn="just">
              <a:spcBef>
                <a:spcPts val="600"/>
              </a:spcBef>
              <a:spcAft>
                <a:spcPts val="600"/>
              </a:spcAft>
              <a:buNone/>
              <a:tabLst>
                <a:tab pos="457200" algn="l"/>
              </a:tabLst>
            </a:pPr>
            <a:endParaRPr lang="en-GB" sz="2400">
              <a:ea typeface="Calibri"/>
              <a:cs typeface="Calibri" panose="020F0502020204030204"/>
            </a:endParaRPr>
          </a:p>
          <a:p>
            <a:pPr marL="271145" lvl="2" indent="-271145" algn="just"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tabLst>
                <a:tab pos="457200" algn="l"/>
              </a:tabLst>
            </a:pPr>
            <a:r>
              <a:rPr lang="en-GB" sz="2400">
                <a:ea typeface="Calibri"/>
                <a:cs typeface="Calibri" panose="020F0502020204030204"/>
              </a:rPr>
              <a:t> </a:t>
            </a:r>
            <a:r>
              <a:rPr lang="en-US" sz="2400">
                <a:ea typeface="Calibri"/>
                <a:cs typeface="Calibri" panose="020F0502020204030204"/>
              </a:rPr>
              <a:t>Discover the </a:t>
            </a:r>
            <a:r>
              <a:rPr lang="en-US" sz="2400">
                <a:hlinkClick r:id="rId3"/>
              </a:rPr>
              <a:t>TED 2026 event calendar – TED </a:t>
            </a:r>
            <a:r>
              <a:rPr lang="en-US" sz="2400"/>
              <a:t> </a:t>
            </a:r>
            <a:endParaRPr lang="en-US" sz="2400">
              <a:ea typeface="Calibri"/>
              <a:cs typeface="Calibri"/>
            </a:endParaRPr>
          </a:p>
          <a:p>
            <a:pPr marL="1061720" lvl="2" indent="-342900" algn="just">
              <a:spcBef>
                <a:spcPts val="600"/>
              </a:spcBef>
              <a:spcAft>
                <a:spcPts val="600"/>
              </a:spcAft>
              <a:buFont typeface="Wingdings,Sans-Serif" panose="05000000000000000000" pitchFamily="2" charset="2"/>
              <a:buChar char="ü"/>
              <a:tabLst>
                <a:tab pos="457200" algn="l"/>
              </a:tabLst>
            </a:pPr>
            <a:endParaRPr lang="en-GB" sz="2400">
              <a:ea typeface="Calibri"/>
              <a:cs typeface="Calibri" panose="020F0502020204030204"/>
            </a:endParaRPr>
          </a:p>
          <a:p>
            <a:pPr marL="0" lvl="2" indent="0" algn="just">
              <a:spcBef>
                <a:spcPts val="600"/>
              </a:spcBef>
              <a:spcAft>
                <a:spcPts val="600"/>
              </a:spcAft>
              <a:buSzPct val="100000"/>
              <a:buNone/>
              <a:tabLst>
                <a:tab pos="457200" algn="l"/>
              </a:tabLst>
            </a:pPr>
            <a:endParaRPr lang="en-US">
              <a:ea typeface="Calibri"/>
              <a:cs typeface="Calibri" panose="020F0502020204030204"/>
            </a:endParaRPr>
          </a:p>
          <a:p>
            <a:pPr marL="0" lvl="2" indent="0" algn="just">
              <a:spcBef>
                <a:spcPts val="1800"/>
              </a:spcBef>
              <a:spcAft>
                <a:spcPts val="1800"/>
              </a:spcAft>
              <a:buNone/>
              <a:tabLst>
                <a:tab pos="457200" algn="l"/>
              </a:tabLst>
            </a:pPr>
            <a:endParaRPr lang="en-GB" b="1">
              <a:solidFill>
                <a:srgbClr val="000000"/>
              </a:solidFill>
              <a:ea typeface="Calibri" panose="020F0502020204030204"/>
              <a:cs typeface="Calibri"/>
            </a:endParaRPr>
          </a:p>
          <a:p>
            <a:pPr marL="0" lvl="2" indent="0" algn="just">
              <a:spcBef>
                <a:spcPts val="1800"/>
              </a:spcBef>
              <a:spcAft>
                <a:spcPts val="1800"/>
              </a:spcAft>
              <a:buNone/>
            </a:pPr>
            <a:endParaRPr lang="en-GB">
              <a:ea typeface="Calibri" panose="020F0502020204030204"/>
              <a:cs typeface="Calibri" panose="020F0502020204030204"/>
            </a:endParaRPr>
          </a:p>
          <a:p>
            <a:pPr marL="179705" lvl="2" indent="-179705" algn="just">
              <a:spcBef>
                <a:spcPts val="1800"/>
              </a:spcBef>
              <a:spcAft>
                <a:spcPts val="1800"/>
              </a:spcAft>
              <a:buChar char="•"/>
            </a:pPr>
            <a:endParaRPr lang="en-GB" b="1">
              <a:ea typeface="Calibri" panose="020F0502020204030204"/>
              <a:cs typeface="Calibri" panose="020F0502020204030204"/>
            </a:endParaRPr>
          </a:p>
          <a:p>
            <a:pPr marL="0" indent="0" algn="just">
              <a:buNone/>
            </a:pPr>
            <a:endParaRPr lang="en-GB">
              <a:ea typeface="Calibri" panose="020F0502020204030204"/>
              <a:cs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370032853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FEEA7D1-81A7-AC49-9E45-B6E9D3B3AB0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br>
              <a:rPr lang="fr-BE" sz="2400"/>
            </a:br>
            <a:br>
              <a:rPr lang="fr-BE" sz="2700"/>
            </a:br>
            <a:r>
              <a:rPr lang="en-GB" sz="2700"/>
              <a:t>Thank</a:t>
            </a:r>
            <a:r>
              <a:rPr lang="fr-BE" sz="2700"/>
              <a:t> </a:t>
            </a:r>
            <a:r>
              <a:rPr lang="en-GB" sz="2700"/>
              <a:t>you</a:t>
            </a:r>
            <a:r>
              <a:rPr lang="fr-BE" sz="2700"/>
              <a:t> FOR YOUR PRESENCE</a:t>
            </a:r>
            <a:br>
              <a:rPr lang="fr-BE" sz="2700"/>
            </a:br>
            <a:br>
              <a:rPr lang="fr-BE" sz="2700"/>
            </a:br>
            <a:br>
              <a:rPr lang="fr-BE" sz="2700"/>
            </a:br>
            <a:r>
              <a:rPr lang="en-GB" sz="2700"/>
              <a:t>Any</a:t>
            </a:r>
            <a:r>
              <a:rPr lang="fr-BE" sz="2700"/>
              <a:t> questions?</a:t>
            </a:r>
            <a:br>
              <a:rPr lang="fr-BE" sz="2700"/>
            </a:br>
            <a:br>
              <a:rPr lang="fr-BE" sz="3200"/>
            </a:br>
            <a:endParaRPr lang="en-LU" sz="3200"/>
          </a:p>
        </p:txBody>
      </p:sp>
      <p:sp>
        <p:nvSpPr>
          <p:cNvPr id="3" name="TextBox 1">
            <a:extLst>
              <a:ext uri="{FF2B5EF4-FFF2-40B4-BE49-F238E27FC236}">
                <a16:creationId xmlns:a16="http://schemas.microsoft.com/office/drawing/2014/main" id="{B3E3AFA3-0731-7F48-D9EB-691AF8BE669C}"/>
              </a:ext>
            </a:extLst>
          </p:cNvPr>
          <p:cNvSpPr txBox="1"/>
          <p:nvPr/>
        </p:nvSpPr>
        <p:spPr>
          <a:xfrm>
            <a:off x="1160585" y="4499807"/>
            <a:ext cx="6430489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i="1">
                <a:solidFill>
                  <a:schemeClr val="accent1"/>
                </a:solidFill>
              </a:rPr>
              <a:t>Please</a:t>
            </a:r>
            <a:r>
              <a:rPr lang="fr-BE" sz="2000" i="1">
                <a:solidFill>
                  <a:schemeClr val="accent1"/>
                </a:solidFill>
              </a:rPr>
              <a:t> </a:t>
            </a:r>
            <a:r>
              <a:rPr lang="en-GB" sz="2000" i="1">
                <a:solidFill>
                  <a:schemeClr val="accent1"/>
                </a:solidFill>
              </a:rPr>
              <a:t>send</a:t>
            </a:r>
            <a:r>
              <a:rPr lang="fr-BE" sz="2000" i="1">
                <a:solidFill>
                  <a:schemeClr val="accent1"/>
                </a:solidFill>
              </a:rPr>
              <a:t> </a:t>
            </a:r>
            <a:r>
              <a:rPr lang="en-GB" sz="2000" i="1">
                <a:solidFill>
                  <a:schemeClr val="accent1"/>
                </a:solidFill>
              </a:rPr>
              <a:t>your</a:t>
            </a:r>
            <a:r>
              <a:rPr lang="fr-BE" sz="2000" i="1">
                <a:solidFill>
                  <a:schemeClr val="accent1"/>
                </a:solidFill>
              </a:rPr>
              <a:t> questions to</a:t>
            </a:r>
          </a:p>
          <a:p>
            <a:endParaRPr lang="fr-BE" i="1">
              <a:solidFill>
                <a:schemeClr val="accent1"/>
              </a:solidFill>
            </a:endParaRPr>
          </a:p>
          <a:p>
            <a:r>
              <a:rPr lang="fr-BE" sz="2400">
                <a:hlinkClick r:id="rId2"/>
              </a:rPr>
              <a:t>OPESPD@publications.europa.eu</a:t>
            </a:r>
            <a:endParaRPr lang="fr-BE" sz="2400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7854925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P Ted">
      <a:dk1>
        <a:srgbClr val="000000"/>
      </a:dk1>
      <a:lt1>
        <a:srgbClr val="FFFFFF"/>
      </a:lt1>
      <a:dk2>
        <a:srgbClr val="44546A"/>
      </a:dk2>
      <a:lt2>
        <a:srgbClr val="DFE9F2"/>
      </a:lt2>
      <a:accent1>
        <a:srgbClr val="339900"/>
      </a:accent1>
      <a:accent2>
        <a:srgbClr val="6699CC"/>
      </a:accent2>
      <a:accent3>
        <a:srgbClr val="BFD850"/>
      </a:accent3>
      <a:accent4>
        <a:srgbClr val="E1EDAE"/>
      </a:accent4>
      <a:accent5>
        <a:srgbClr val="AAD5F9"/>
      </a:accent5>
      <a:accent6>
        <a:srgbClr val="D3EBF9"/>
      </a:accent6>
      <a:hlink>
        <a:srgbClr val="6699CC"/>
      </a:hlink>
      <a:folHlink>
        <a:srgbClr val="992288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ed white background 2" id="{D84E67A1-9B38-A140-BD12-60B38496D76E}" vid="{6947EBDF-D656-7048-A9FD-29ACDCEB38B1}"/>
    </a:ext>
  </a:extLst>
</a:theme>
</file>

<file path=ppt/theme/theme2.xml><?xml version="1.0" encoding="utf-8"?>
<a:theme xmlns:a="http://schemas.openxmlformats.org/drawingml/2006/main" name="Light theme">
  <a:themeElements>
    <a:clrScheme name="BOSA Palet PPT">
      <a:dk1>
        <a:srgbClr val="FFFFFF"/>
      </a:dk1>
      <a:lt1>
        <a:srgbClr val="09181B"/>
      </a:lt1>
      <a:dk2>
        <a:srgbClr val="057A8B"/>
      </a:dk2>
      <a:lt2>
        <a:srgbClr val="FFF8DC"/>
      </a:lt2>
      <a:accent1>
        <a:srgbClr val="00566B"/>
      </a:accent1>
      <a:accent2>
        <a:srgbClr val="FFED75"/>
      </a:accent2>
      <a:accent3>
        <a:srgbClr val="2CB8A5"/>
      </a:accent3>
      <a:accent4>
        <a:srgbClr val="FC6D71"/>
      </a:accent4>
      <a:accent5>
        <a:srgbClr val="B6E7DD"/>
      </a:accent5>
      <a:accent6>
        <a:srgbClr val="F8D7BC"/>
      </a:accent6>
      <a:hlink>
        <a:srgbClr val="057A8B"/>
      </a:hlink>
      <a:folHlink>
        <a:srgbClr val="00566B"/>
      </a:folHlink>
    </a:clrScheme>
    <a:fontScheme name="BOSA Theme Fonts">
      <a:majorFont>
        <a:latin typeface="Montserrat"/>
        <a:ea typeface=""/>
        <a:cs typeface=""/>
      </a:majorFont>
      <a:minorFont>
        <a:latin typeface="Open Sans"/>
        <a:ea typeface=""/>
        <a:cs typeface=""/>
      </a:minorFont>
    </a:fontScheme>
    <a:fmtScheme name="Subtle Solids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OSA O365 PowerPoint template NL final - color test.potx" id="{D1D41741-AE27-4E90-BA32-21AE0B7F322B}" vid="{882E656C-3732-477E-9269-62079210811C}"/>
    </a:ext>
  </a:extLst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087E4EC354ADFB40AC5D4FC129E379BA" ma:contentTypeVersion="15" ma:contentTypeDescription="Create a new document." ma:contentTypeScope="" ma:versionID="6fcece4041b2ea875bdc8ef68d3e62d7">
  <xsd:schema xmlns:xsd="http://www.w3.org/2001/XMLSchema" xmlns:xs="http://www.w3.org/2001/XMLSchema" xmlns:p="http://schemas.microsoft.com/office/2006/metadata/properties" xmlns:ns2="541a8a8b-b856-4d35-a5c7-7f2c0ec3d499" xmlns:ns3="e0757b53-df10-4b98-9811-094c4c3e23a8" targetNamespace="http://schemas.microsoft.com/office/2006/metadata/properties" ma:root="true" ma:fieldsID="4d4f90cc74694f91cd377d68ba8b836a" ns2:_="" ns3:_="">
    <xsd:import namespace="541a8a8b-b856-4d35-a5c7-7f2c0ec3d499"/>
    <xsd:import namespace="e0757b53-df10-4b98-9811-094c4c3e23a8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KeyPoints" minOccurs="0"/>
                <xsd:element ref="ns2:MediaServiceKeyPoints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41a8a8b-b856-4d35-a5c7-7f2c0ec3d499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AutoTags" ma:index="12" nillable="true" ma:displayName="Tags" ma:internalName="MediaServiceAutoTags" ma:readOnly="true">
      <xsd:simpleType>
        <xsd:restriction base="dms:Text"/>
      </xsd:simpleType>
    </xsd:element>
    <xsd:element name="MediaServiceOCR" ma:index="13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6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17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9" nillable="true" ma:taxonomy="true" ma:internalName="lcf76f155ced4ddcb4097134ff3c332f" ma:taxonomyFieldName="MediaServiceImageTags" ma:displayName="Image Tags" ma:readOnly="false" ma:fieldId="{5cf76f15-5ced-4ddc-b409-7134ff3c332f}" ma:taxonomyMulti="true" ma:sspId="22b2fad6-9d2c-441c-a321-3f5f1e9bd928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2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0757b53-df10-4b98-9811-094c4c3e23a8" elementFormDefault="qualified">
    <xsd:import namespace="http://schemas.microsoft.com/office/2006/documentManagement/types"/>
    <xsd:import namespace="http://schemas.microsoft.com/office/infopath/2007/PartnerControls"/>
    <xsd:element name="TaxCatchAll" ma:index="20" nillable="true" ma:displayName="Taxonomy Catch All Column" ma:hidden="true" ma:list="{f53609fa-aab6-469c-bdc2-53c28904bc08}" ma:internalName="TaxCatchAll" ma:showField="CatchAllData" ma:web="e0757b53-df10-4b98-9811-094c4c3e23a8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541a8a8b-b856-4d35-a5c7-7f2c0ec3d499">
      <Terms xmlns="http://schemas.microsoft.com/office/infopath/2007/PartnerControls"/>
    </lcf76f155ced4ddcb4097134ff3c332f>
    <TaxCatchAll xmlns="e0757b53-df10-4b98-9811-094c4c3e23a8" xsi:nil="true"/>
  </documentManagement>
</p:properties>
</file>

<file path=customXml/itemProps1.xml><?xml version="1.0" encoding="utf-8"?>
<ds:datastoreItem xmlns:ds="http://schemas.openxmlformats.org/officeDocument/2006/customXml" ds:itemID="{78C1456F-F1BB-487B-9510-7AF4A30978BD}">
  <ds:schemaRefs>
    <ds:schemaRef ds:uri="541a8a8b-b856-4d35-a5c7-7f2c0ec3d499"/>
    <ds:schemaRef ds:uri="e0757b53-df10-4b98-9811-094c4c3e23a8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50A0C835-9C17-4D55-BA6A-FA95BDCCF4BC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8CF5F66E-14E4-4810-B0A6-0920C2F66A8F}">
  <ds:schemaRefs>
    <ds:schemaRef ds:uri="541a8a8b-b856-4d35-a5c7-7f2c0ec3d499"/>
    <ds:schemaRef ds:uri="e0757b53-df10-4b98-9811-094c4c3e23a8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Ted white background 2</Template>
  <Application>Microsoft Office PowerPoint</Application>
  <PresentationFormat>Widescreen</PresentationFormat>
  <Slides>14</Slides>
  <Notes>10</Notes>
  <HiddenSlides>0</HiddenSlides>
  <ScaleCrop>false</ScaleCrop>
  <HeadingPairs>
    <vt:vector size="4" baseType="variant">
      <vt:variant>
        <vt:lpstr>Theme</vt:lpstr>
      </vt:variant>
      <vt:variant>
        <vt:i4>2</vt:i4>
      </vt:variant>
      <vt:variant>
        <vt:lpstr>Slide Titles</vt:lpstr>
      </vt:variant>
      <vt:variant>
        <vt:i4>14</vt:i4>
      </vt:variant>
    </vt:vector>
  </HeadingPairs>
  <TitlesOfParts>
    <vt:vector size="16" baseType="lpstr">
      <vt:lpstr>Tema de Office</vt:lpstr>
      <vt:lpstr>Light theme</vt:lpstr>
      <vt:lpstr>Maintenance and evolution of the ESPD-EDM Publications Office – C.3  ESPD-EDM Open User Community Meeting </vt:lpstr>
      <vt:lpstr>PowerPoint Presentation</vt:lpstr>
      <vt:lpstr>Table of contents</vt:lpstr>
      <vt:lpstr>1. Summary OUC meeting on 2nd October 2025</vt:lpstr>
      <vt:lpstr>2. ESPD-EDM - GitHub status – Closed issues (2)</vt:lpstr>
      <vt:lpstr>3. ESPD-EDM v5.0.0-EDM v5.0.0 overview (Paul)</vt:lpstr>
      <vt:lpstr>4. Restructure of repositories </vt:lpstr>
      <vt:lpstr>4. Restructure of repositories </vt:lpstr>
      <vt:lpstr>5. Validation repository updates</vt:lpstr>
      <vt:lpstr>5. Validation repository updates</vt:lpstr>
      <vt:lpstr>5. Validation repository updates</vt:lpstr>
      <vt:lpstr>6. Next steps</vt:lpstr>
      <vt:lpstr>7. Next meetings &amp; AOB</vt:lpstr>
      <vt:lpstr>  Thank you FOR YOUR PRESENCE   Any questions? 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Title for thematic Powerpoint presentation</dc:title>
  <dc:creator>Alba Colomer Padrosa</dc:creator>
  <cp:revision>1</cp:revision>
  <dcterms:created xsi:type="dcterms:W3CDTF">2021-11-08T08:52:23Z</dcterms:created>
  <dcterms:modified xsi:type="dcterms:W3CDTF">2026-06-09T14:49:07Z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0x010100087E4EC354ADFB40AC5D4FC129E379BA</vt:lpwstr>
  </property>
  <property fmtid="{D5CDD505-2E9C-101B-9397-08002B2CF9AE}" pid="3" name="MSIP_Label_6bd9ddd1-4d20-43f6-abfa-fc3c07406f94_SetDate">
    <vt:lpwstr>2022-09-08T15:10:55Z</vt:lpwstr>
  </property>
  <property fmtid="{D5CDD505-2E9C-101B-9397-08002B2CF9AE}" pid="4" name="MSIP_Label_6bd9ddd1-4d20-43f6-abfa-fc3c07406f94_Name">
    <vt:lpwstr>Commission Use</vt:lpwstr>
  </property>
  <property fmtid="{D5CDD505-2E9C-101B-9397-08002B2CF9AE}" pid="5" name="MSIP_Label_6bd9ddd1-4d20-43f6-abfa-fc3c07406f94_ActionId">
    <vt:lpwstr>40ae9af6-3823-4cb2-84cf-0a79baee50c0</vt:lpwstr>
  </property>
  <property fmtid="{D5CDD505-2E9C-101B-9397-08002B2CF9AE}" pid="6" name="MSIP_Label_6bd9ddd1-4d20-43f6-abfa-fc3c07406f94_ContentBits">
    <vt:lpwstr>0</vt:lpwstr>
  </property>
  <property fmtid="{D5CDD505-2E9C-101B-9397-08002B2CF9AE}" pid="7" name="MSIP_Label_6bd9ddd1-4d20-43f6-abfa-fc3c07406f94_SiteId">
    <vt:lpwstr>b24c8b06-522c-46fe-9080-70926f8dddb1</vt:lpwstr>
  </property>
  <property fmtid="{D5CDD505-2E9C-101B-9397-08002B2CF9AE}" pid="8" name="MSIP_Label_6bd9ddd1-4d20-43f6-abfa-fc3c07406f94_Enabled">
    <vt:lpwstr>true</vt:lpwstr>
  </property>
  <property fmtid="{D5CDD505-2E9C-101B-9397-08002B2CF9AE}" pid="9" name="MSIP_Label_6bd9ddd1-4d20-43f6-abfa-fc3c07406f94_Method">
    <vt:lpwstr>Standard</vt:lpwstr>
  </property>
  <property fmtid="{D5CDD505-2E9C-101B-9397-08002B2CF9AE}" pid="10" name="MediaServiceImageTags">
    <vt:lpwstr/>
  </property>
</Properties>
</file>